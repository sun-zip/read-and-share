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5" r:id="rId3"/>
    <p:sldId id="271" r:id="rId4"/>
    <p:sldId id="266" r:id="rId5"/>
    <p:sldId id="267" r:id="rId6"/>
    <p:sldId id="268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93DFBD81-FE2E-4FEF-A309-92D05687D5CF}">
          <p14:sldIdLst>
            <p14:sldId id="262"/>
          </p14:sldIdLst>
        </p14:section>
        <p14:section name="제목 없는 구역" id="{CBFC6676-EF42-4F3C-BA0E-38204306F8E9}">
          <p14:sldIdLst>
            <p14:sldId id="265"/>
            <p14:sldId id="271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52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80F8A2-CA7F-4AB2-8DD1-F7B957C2805D}" type="doc">
      <dgm:prSet loTypeId="urn:microsoft.com/office/officeart/2005/8/layout/hierarchy6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pPr latinLnBrk="1"/>
          <a:endParaRPr lang="ko-KR" altLang="en-US"/>
        </a:p>
      </dgm:t>
    </dgm:pt>
    <dgm:pt modelId="{0DBBA531-EC4B-484C-8DCE-0F64FE8A4C52}">
      <dgm:prSet phldrT="[텍스트]" custT="1"/>
      <dgm:spPr/>
      <dgm:t>
        <a:bodyPr/>
        <a:lstStyle/>
        <a:p>
          <a:pPr latinLnBrk="1"/>
          <a:r>
            <a:rPr lang="en-US" altLang="ko-KR" sz="1800" b="1" dirty="0" err="1">
              <a:latin typeface="Arial" panose="020B0604020202020204" pitchFamily="34" charset="0"/>
              <a:cs typeface="Arial" panose="020B0604020202020204" pitchFamily="34" charset="0"/>
            </a:rPr>
            <a:t>ReadNShare</a:t>
          </a:r>
          <a:endParaRPr lang="ko-KR" altLang="en-US" sz="18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B322367-C64A-4B93-887E-6E2CA9BECC3F}" type="parTrans" cxnId="{5C8AC0B6-A083-468A-AD67-79866F534877}">
      <dgm:prSet/>
      <dgm:spPr/>
      <dgm:t>
        <a:bodyPr/>
        <a:lstStyle/>
        <a:p>
          <a:pPr latinLnBrk="1"/>
          <a:endParaRPr lang="ko-KR" alt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4B3053D-A877-44DB-AF2F-DD6950FDFAB8}" type="sibTrans" cxnId="{5C8AC0B6-A083-468A-AD67-79866F534877}">
      <dgm:prSet/>
      <dgm:spPr/>
      <dgm:t>
        <a:bodyPr/>
        <a:lstStyle/>
        <a:p>
          <a:pPr latinLnBrk="1"/>
          <a:endParaRPr lang="ko-KR" alt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1337A31-4113-4306-B8C0-DC3BA700665B}">
      <dgm:prSet phldrT="[텍스트]" custT="1"/>
      <dgm:spPr/>
      <dgm:t>
        <a:bodyPr/>
        <a:lstStyle/>
        <a:p>
          <a:pPr latinLnBrk="1"/>
          <a:r>
            <a:rPr lang="en-US" altLang="ko-KR" sz="1600" dirty="0">
              <a:latin typeface="Arial" panose="020B0604020202020204" pitchFamily="34" charset="0"/>
              <a:cs typeface="Arial" panose="020B0604020202020204" pitchFamily="34" charset="0"/>
            </a:rPr>
            <a:t>Domain</a:t>
          </a:r>
          <a:endParaRPr lang="ko-KR" altLang="en-US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DB52B79-411A-4EC0-99E1-BAC6C87AADA0}" type="parTrans" cxnId="{E150C179-C83B-41C5-BDA3-85D53C9A084A}">
      <dgm:prSet/>
      <dgm:spPr/>
      <dgm:t>
        <a:bodyPr/>
        <a:lstStyle/>
        <a:p>
          <a:pPr latinLnBrk="1"/>
          <a:endParaRPr lang="ko-KR" alt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D487A30-E4AD-41C9-AA80-8AF82CF81D83}" type="sibTrans" cxnId="{E150C179-C83B-41C5-BDA3-85D53C9A084A}">
      <dgm:prSet/>
      <dgm:spPr/>
      <dgm:t>
        <a:bodyPr/>
        <a:lstStyle/>
        <a:p>
          <a:pPr latinLnBrk="1"/>
          <a:endParaRPr lang="ko-KR" alt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C888CD4-8FBE-4E66-888F-506F31C1B0DA}">
      <dgm:prSet phldrT="[텍스트]"/>
      <dgm:spPr/>
      <dgm:t>
        <a:bodyPr/>
        <a:lstStyle/>
        <a:p>
          <a:pPr latinLnBrk="1"/>
          <a:r>
            <a:rPr lang="en-US" altLang="ko-KR" dirty="0">
              <a:latin typeface="Arial" panose="020B0604020202020204" pitchFamily="34" charset="0"/>
              <a:cs typeface="Arial" panose="020B0604020202020204" pitchFamily="34" charset="0"/>
            </a:rPr>
            <a:t>Auth</a:t>
          </a:r>
          <a:endParaRPr lang="ko-KR" alt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743CBDD-3A50-49DB-942B-0FF183DFC8F4}" type="parTrans" cxnId="{2517342A-249A-41D0-897A-E27F8DAA34BD}">
      <dgm:prSet/>
      <dgm:spPr/>
      <dgm:t>
        <a:bodyPr/>
        <a:lstStyle/>
        <a:p>
          <a:pPr latinLnBrk="1"/>
          <a:endParaRPr lang="ko-KR" alt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334C92C-AC5F-4AD8-A177-99CF32EDADFE}" type="sibTrans" cxnId="{2517342A-249A-41D0-897A-E27F8DAA34BD}">
      <dgm:prSet/>
      <dgm:spPr/>
      <dgm:t>
        <a:bodyPr/>
        <a:lstStyle/>
        <a:p>
          <a:pPr latinLnBrk="1"/>
          <a:endParaRPr lang="ko-KR" alt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5BC7EB1-55E1-477F-BEE8-85426F259D2A}">
      <dgm:prSet phldrT="[텍스트]" custT="1"/>
      <dgm:spPr/>
      <dgm:t>
        <a:bodyPr/>
        <a:lstStyle/>
        <a:p>
          <a:pPr latinLnBrk="1"/>
          <a:r>
            <a:rPr lang="en-US" altLang="ko-KR" sz="1600" dirty="0">
              <a:latin typeface="Arial" panose="020B0604020202020204" pitchFamily="34" charset="0"/>
              <a:cs typeface="Arial" panose="020B0604020202020204" pitchFamily="34" charset="0"/>
            </a:rPr>
            <a:t>Global</a:t>
          </a:r>
          <a:endParaRPr lang="ko-KR" altLang="en-US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D664981-0856-42C7-B718-8DD76016930E}" type="parTrans" cxnId="{B8DF44F2-07CE-42E5-AEEE-B59E1E0FC94E}">
      <dgm:prSet/>
      <dgm:spPr/>
      <dgm:t>
        <a:bodyPr/>
        <a:lstStyle/>
        <a:p>
          <a:pPr latinLnBrk="1"/>
          <a:endParaRPr lang="ko-KR" alt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E406293-92CE-4D77-8E06-4E5A5BD9F68A}" type="sibTrans" cxnId="{B8DF44F2-07CE-42E5-AEEE-B59E1E0FC94E}">
      <dgm:prSet/>
      <dgm:spPr/>
      <dgm:t>
        <a:bodyPr/>
        <a:lstStyle/>
        <a:p>
          <a:pPr latinLnBrk="1"/>
          <a:endParaRPr lang="ko-KR" alt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B507C92-2B0B-4CA6-A716-86E8C8F7407D}">
      <dgm:prSet phldrT="[텍스트]"/>
      <dgm:spPr/>
      <dgm:t>
        <a:bodyPr/>
        <a:lstStyle/>
        <a:p>
          <a:pPr latinLnBrk="1"/>
          <a:r>
            <a:rPr lang="en-US" altLang="ko-KR" dirty="0">
              <a:latin typeface="Arial" panose="020B0604020202020204" pitchFamily="34" charset="0"/>
              <a:cs typeface="Arial" panose="020B0604020202020204" pitchFamily="34" charset="0"/>
            </a:rPr>
            <a:t>Common</a:t>
          </a:r>
          <a:endParaRPr lang="ko-KR" alt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4FE0F38-7983-4C09-BEDD-E6A82541E9BA}" type="parTrans" cxnId="{FAED00E8-AEC8-4099-ACAC-3EC5973A38AB}">
      <dgm:prSet/>
      <dgm:spPr/>
      <dgm:t>
        <a:bodyPr/>
        <a:lstStyle/>
        <a:p>
          <a:pPr latinLnBrk="1"/>
          <a:endParaRPr lang="ko-KR" alt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ED6002F-E2CC-4656-B37E-842521C823F6}" type="sibTrans" cxnId="{FAED00E8-AEC8-4099-ACAC-3EC5973A38AB}">
      <dgm:prSet/>
      <dgm:spPr/>
      <dgm:t>
        <a:bodyPr/>
        <a:lstStyle/>
        <a:p>
          <a:pPr latinLnBrk="1"/>
          <a:endParaRPr lang="ko-KR" alt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2CEC90E-AAD5-46BE-8A07-D90CC6723E3C}">
      <dgm:prSet phldrT="[텍스트]"/>
      <dgm:spPr/>
      <dgm:t>
        <a:bodyPr/>
        <a:lstStyle/>
        <a:p>
          <a:pPr latinLnBrk="1"/>
          <a:r>
            <a:rPr lang="en-US" altLang="ko-KR" dirty="0">
              <a:latin typeface="Arial" panose="020B0604020202020204" pitchFamily="34" charset="0"/>
              <a:cs typeface="Arial" panose="020B0604020202020204" pitchFamily="34" charset="0"/>
            </a:rPr>
            <a:t>Config</a:t>
          </a:r>
          <a:endParaRPr lang="ko-KR" alt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58DD3A5-5A18-4984-97F7-86105B5129E4}" type="parTrans" cxnId="{06404539-CD11-41DC-97D2-398C0B418E68}">
      <dgm:prSet/>
      <dgm:spPr/>
      <dgm:t>
        <a:bodyPr/>
        <a:lstStyle/>
        <a:p>
          <a:pPr latinLnBrk="1"/>
          <a:endParaRPr lang="ko-KR" alt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8ABA25F-588B-44B2-B559-3EB8D9658632}" type="sibTrans" cxnId="{06404539-CD11-41DC-97D2-398C0B418E68}">
      <dgm:prSet/>
      <dgm:spPr/>
      <dgm:t>
        <a:bodyPr/>
        <a:lstStyle/>
        <a:p>
          <a:pPr latinLnBrk="1"/>
          <a:endParaRPr lang="ko-KR" alt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5B4EBD7-D82B-4808-B8FF-0D6EBC97CE42}">
      <dgm:prSet phldrT="[텍스트]"/>
      <dgm:spPr/>
      <dgm:t>
        <a:bodyPr/>
        <a:lstStyle/>
        <a:p>
          <a:pPr latinLnBrk="1"/>
          <a:r>
            <a:rPr lang="en-US" altLang="ko-KR" dirty="0">
              <a:latin typeface="Arial" panose="020B0604020202020204" pitchFamily="34" charset="0"/>
              <a:cs typeface="Arial" panose="020B0604020202020204" pitchFamily="34" charset="0"/>
            </a:rPr>
            <a:t>Book</a:t>
          </a:r>
          <a:endParaRPr lang="ko-KR" alt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8C9CFE9-1F78-4447-A6F0-558E135734C1}" type="parTrans" cxnId="{74096480-A6F1-4F0D-8D45-4F31BE0DC459}">
      <dgm:prSet/>
      <dgm:spPr/>
      <dgm:t>
        <a:bodyPr/>
        <a:lstStyle/>
        <a:p>
          <a:pPr latinLnBrk="1"/>
          <a:endParaRPr lang="ko-KR" alt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C6E806A-3F25-4C51-8120-408A70A9A2B3}" type="sibTrans" cxnId="{74096480-A6F1-4F0D-8D45-4F31BE0DC459}">
      <dgm:prSet/>
      <dgm:spPr/>
      <dgm:t>
        <a:bodyPr/>
        <a:lstStyle/>
        <a:p>
          <a:pPr latinLnBrk="1"/>
          <a:endParaRPr lang="ko-KR" alt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8CD8B5C-4880-49E9-8D53-A43156FD815F}">
      <dgm:prSet phldrT="[텍스트]"/>
      <dgm:spPr/>
      <dgm:t>
        <a:bodyPr/>
        <a:lstStyle/>
        <a:p>
          <a:pPr latinLnBrk="1"/>
          <a:r>
            <a:rPr lang="en-US" altLang="ko-KR" dirty="0">
              <a:latin typeface="Arial" panose="020B0604020202020204" pitchFamily="34" charset="0"/>
              <a:cs typeface="Arial" panose="020B0604020202020204" pitchFamily="34" charset="0"/>
            </a:rPr>
            <a:t>Feed</a:t>
          </a:r>
          <a:endParaRPr lang="ko-KR" alt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CF801B0-F42C-4118-AEDB-5F742D1A89E4}" type="parTrans" cxnId="{5D38CC14-898B-4B1B-A3C7-FF9ABE207D86}">
      <dgm:prSet/>
      <dgm:spPr/>
      <dgm:t>
        <a:bodyPr/>
        <a:lstStyle/>
        <a:p>
          <a:pPr latinLnBrk="1"/>
          <a:endParaRPr lang="ko-KR" alt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108FC69-C9BF-4612-8CEC-5DC2CD615B7A}" type="sibTrans" cxnId="{5D38CC14-898B-4B1B-A3C7-FF9ABE207D86}">
      <dgm:prSet/>
      <dgm:spPr/>
      <dgm:t>
        <a:bodyPr/>
        <a:lstStyle/>
        <a:p>
          <a:pPr latinLnBrk="1"/>
          <a:endParaRPr lang="ko-KR" alt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2F3A968-2D6F-4DA8-BA1F-8ADF64198769}">
      <dgm:prSet phldrT="[텍스트]"/>
      <dgm:spPr/>
      <dgm:t>
        <a:bodyPr/>
        <a:lstStyle/>
        <a:p>
          <a:pPr latinLnBrk="1"/>
          <a:r>
            <a:rPr lang="en-US" altLang="ko-KR" dirty="0">
              <a:latin typeface="Arial" panose="020B0604020202020204" pitchFamily="34" charset="0"/>
              <a:cs typeface="Arial" panose="020B0604020202020204" pitchFamily="34" charset="0"/>
            </a:rPr>
            <a:t>Follow</a:t>
          </a:r>
          <a:endParaRPr lang="ko-KR" alt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3657526-AD22-44B7-B56B-0138BAFF8623}" type="parTrans" cxnId="{6CC20D6B-F25E-4015-B6C2-3162BC2A005E}">
      <dgm:prSet/>
      <dgm:spPr/>
      <dgm:t>
        <a:bodyPr/>
        <a:lstStyle/>
        <a:p>
          <a:pPr latinLnBrk="1"/>
          <a:endParaRPr lang="ko-KR" alt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EFF90F8-5B05-43F3-8E03-82F4474973DD}" type="sibTrans" cxnId="{6CC20D6B-F25E-4015-B6C2-3162BC2A005E}">
      <dgm:prSet/>
      <dgm:spPr/>
      <dgm:t>
        <a:bodyPr/>
        <a:lstStyle/>
        <a:p>
          <a:pPr latinLnBrk="1"/>
          <a:endParaRPr lang="ko-KR" alt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B71208F-EA11-48FA-B923-E6D9B81E477D}">
      <dgm:prSet phldrT="[텍스트]"/>
      <dgm:spPr/>
      <dgm:t>
        <a:bodyPr/>
        <a:lstStyle/>
        <a:p>
          <a:pPr latinLnBrk="1"/>
          <a:r>
            <a:rPr lang="en-US" altLang="ko-KR" dirty="0">
              <a:latin typeface="Arial" panose="020B0604020202020204" pitchFamily="34" charset="0"/>
              <a:cs typeface="Arial" panose="020B0604020202020204" pitchFamily="34" charset="0"/>
            </a:rPr>
            <a:t>Member</a:t>
          </a:r>
          <a:endParaRPr lang="ko-KR" alt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231B016-124E-4513-A569-B299FC9B39DA}" type="parTrans" cxnId="{C98621E0-60B6-40E6-9A39-81599F8D5939}">
      <dgm:prSet/>
      <dgm:spPr/>
      <dgm:t>
        <a:bodyPr/>
        <a:lstStyle/>
        <a:p>
          <a:pPr latinLnBrk="1"/>
          <a:endParaRPr lang="ko-KR" alt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F4CF7E2-25D7-45CE-B86A-BCA508F1F8A7}" type="sibTrans" cxnId="{C98621E0-60B6-40E6-9A39-81599F8D5939}">
      <dgm:prSet/>
      <dgm:spPr/>
      <dgm:t>
        <a:bodyPr/>
        <a:lstStyle/>
        <a:p>
          <a:pPr latinLnBrk="1"/>
          <a:endParaRPr lang="ko-KR" alt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8A7BADE-63FE-4A1B-BF48-E29B323130EC}">
      <dgm:prSet phldrT="[텍스트]"/>
      <dgm:spPr/>
      <dgm:t>
        <a:bodyPr/>
        <a:lstStyle/>
        <a:p>
          <a:pPr latinLnBrk="1"/>
          <a:r>
            <a:rPr lang="en-US" altLang="ko-KR" dirty="0">
              <a:latin typeface="Arial" panose="020B0604020202020204" pitchFamily="34" charset="0"/>
              <a:cs typeface="Arial" panose="020B0604020202020204" pitchFamily="34" charset="0"/>
            </a:rPr>
            <a:t>Notification</a:t>
          </a:r>
          <a:endParaRPr lang="ko-KR" alt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811B274-FAD2-432A-AA7B-AA9F24FB9340}" type="parTrans" cxnId="{36734F48-C663-405B-AB41-746DAC564ACB}">
      <dgm:prSet/>
      <dgm:spPr/>
      <dgm:t>
        <a:bodyPr/>
        <a:lstStyle/>
        <a:p>
          <a:pPr latinLnBrk="1"/>
          <a:endParaRPr lang="ko-KR" alt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AC6F5E6-7FBF-433A-A8F0-4584B8F3D87C}" type="sibTrans" cxnId="{36734F48-C663-405B-AB41-746DAC564ACB}">
      <dgm:prSet/>
      <dgm:spPr/>
      <dgm:t>
        <a:bodyPr/>
        <a:lstStyle/>
        <a:p>
          <a:pPr latinLnBrk="1"/>
          <a:endParaRPr lang="ko-KR" alt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E1A3ACD-B65B-4208-AEB4-540DC78DB88E}">
      <dgm:prSet phldrT="[텍스트]"/>
      <dgm:spPr/>
      <dgm:t>
        <a:bodyPr/>
        <a:lstStyle/>
        <a:p>
          <a:pPr latinLnBrk="1"/>
          <a:r>
            <a:rPr lang="en-US" altLang="ko-KR" dirty="0">
              <a:latin typeface="Arial" panose="020B0604020202020204" pitchFamily="34" charset="0"/>
              <a:cs typeface="Arial" panose="020B0604020202020204" pitchFamily="34" charset="0"/>
            </a:rPr>
            <a:t>Review</a:t>
          </a:r>
          <a:endParaRPr lang="ko-KR" alt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E140D7B-47AB-4B57-8A2E-E2ADCEB48523}" type="parTrans" cxnId="{39D9D621-5771-4658-BAD9-A2092E32C7E2}">
      <dgm:prSet/>
      <dgm:spPr/>
      <dgm:t>
        <a:bodyPr/>
        <a:lstStyle/>
        <a:p>
          <a:pPr latinLnBrk="1"/>
          <a:endParaRPr lang="ko-KR" alt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9FFE5E4-42C1-4FEE-848A-908FA33017F7}" type="sibTrans" cxnId="{39D9D621-5771-4658-BAD9-A2092E32C7E2}">
      <dgm:prSet/>
      <dgm:spPr/>
      <dgm:t>
        <a:bodyPr/>
        <a:lstStyle/>
        <a:p>
          <a:pPr latinLnBrk="1"/>
          <a:endParaRPr lang="ko-KR" alt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AFA9AED-D17B-4B3C-A858-98AD216EB711}" type="pres">
      <dgm:prSet presAssocID="{4080F8A2-CA7F-4AB2-8DD1-F7B957C2805D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AA57D894-404C-4186-8ED7-5A77AC761C2E}" type="pres">
      <dgm:prSet presAssocID="{4080F8A2-CA7F-4AB2-8DD1-F7B957C2805D}" presName="hierFlow" presStyleCnt="0"/>
      <dgm:spPr/>
    </dgm:pt>
    <dgm:pt modelId="{96F45204-CC95-485C-B776-26BCC97E1785}" type="pres">
      <dgm:prSet presAssocID="{4080F8A2-CA7F-4AB2-8DD1-F7B957C2805D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9E291501-5802-4BF9-9FDB-EF0CD55749B8}" type="pres">
      <dgm:prSet presAssocID="{0DBBA531-EC4B-484C-8DCE-0F64FE8A4C52}" presName="Name14" presStyleCnt="0"/>
      <dgm:spPr/>
    </dgm:pt>
    <dgm:pt modelId="{A293CCAE-3671-4EF9-8F5F-64B9B79B0ADB}" type="pres">
      <dgm:prSet presAssocID="{0DBBA531-EC4B-484C-8DCE-0F64FE8A4C52}" presName="level1Shape" presStyleLbl="node0" presStyleIdx="0" presStyleCnt="1" custScaleX="266916" custScaleY="154863">
        <dgm:presLayoutVars>
          <dgm:chPref val="3"/>
        </dgm:presLayoutVars>
      </dgm:prSet>
      <dgm:spPr/>
    </dgm:pt>
    <dgm:pt modelId="{21FA30F6-8A68-421F-B24E-A41A20DDD753}" type="pres">
      <dgm:prSet presAssocID="{0DBBA531-EC4B-484C-8DCE-0F64FE8A4C52}" presName="hierChild2" presStyleCnt="0"/>
      <dgm:spPr/>
    </dgm:pt>
    <dgm:pt modelId="{ECC38BB2-9AA2-4556-B2E8-1D77314AAFAB}" type="pres">
      <dgm:prSet presAssocID="{2DB52B79-411A-4EC0-99E1-BAC6C87AADA0}" presName="Name19" presStyleLbl="parChTrans1D2" presStyleIdx="0" presStyleCnt="2"/>
      <dgm:spPr/>
    </dgm:pt>
    <dgm:pt modelId="{E2F75B7A-CCEB-46F6-B7E6-719116B9F549}" type="pres">
      <dgm:prSet presAssocID="{C1337A31-4113-4306-B8C0-DC3BA700665B}" presName="Name21" presStyleCnt="0"/>
      <dgm:spPr/>
    </dgm:pt>
    <dgm:pt modelId="{92BADC76-B2D7-4815-BDC0-F01D4B99A2B5}" type="pres">
      <dgm:prSet presAssocID="{C1337A31-4113-4306-B8C0-DC3BA700665B}" presName="level2Shape" presStyleLbl="node2" presStyleIdx="0" presStyleCnt="2" custScaleX="182019"/>
      <dgm:spPr/>
    </dgm:pt>
    <dgm:pt modelId="{3E35F1D0-1118-497C-B59E-C58293339369}" type="pres">
      <dgm:prSet presAssocID="{C1337A31-4113-4306-B8C0-DC3BA700665B}" presName="hierChild3" presStyleCnt="0"/>
      <dgm:spPr/>
    </dgm:pt>
    <dgm:pt modelId="{F72A2AC6-2950-4C6D-A404-0EF38223E94A}" type="pres">
      <dgm:prSet presAssocID="{7743CBDD-3A50-49DB-942B-0FF183DFC8F4}" presName="Name19" presStyleLbl="parChTrans1D3" presStyleIdx="0" presStyleCnt="9"/>
      <dgm:spPr/>
    </dgm:pt>
    <dgm:pt modelId="{C33DF59A-16DC-413B-BC39-C62E596C1315}" type="pres">
      <dgm:prSet presAssocID="{5C888CD4-8FBE-4E66-888F-506F31C1B0DA}" presName="Name21" presStyleCnt="0"/>
      <dgm:spPr/>
    </dgm:pt>
    <dgm:pt modelId="{D611A640-5001-4F66-A75D-EF933F366EAB}" type="pres">
      <dgm:prSet presAssocID="{5C888CD4-8FBE-4E66-888F-506F31C1B0DA}" presName="level2Shape" presStyleLbl="node3" presStyleIdx="0" presStyleCnt="9" custScaleY="56183"/>
      <dgm:spPr/>
    </dgm:pt>
    <dgm:pt modelId="{B092990A-593B-4573-B0AB-19BCBABAC9D8}" type="pres">
      <dgm:prSet presAssocID="{5C888CD4-8FBE-4E66-888F-506F31C1B0DA}" presName="hierChild3" presStyleCnt="0"/>
      <dgm:spPr/>
    </dgm:pt>
    <dgm:pt modelId="{5C2D115D-6E8D-41C5-8FD2-09A30CA06145}" type="pres">
      <dgm:prSet presAssocID="{68C9CFE9-1F78-4447-A6F0-558E135734C1}" presName="Name19" presStyleLbl="parChTrans1D3" presStyleIdx="1" presStyleCnt="9"/>
      <dgm:spPr/>
    </dgm:pt>
    <dgm:pt modelId="{A38707D8-A1D4-40CB-BF8F-D8C264146FBB}" type="pres">
      <dgm:prSet presAssocID="{15B4EBD7-D82B-4808-B8FF-0D6EBC97CE42}" presName="Name21" presStyleCnt="0"/>
      <dgm:spPr/>
    </dgm:pt>
    <dgm:pt modelId="{46D72D11-3310-4BB2-86C0-FAD9516CFEFA}" type="pres">
      <dgm:prSet presAssocID="{15B4EBD7-D82B-4808-B8FF-0D6EBC97CE42}" presName="level2Shape" presStyleLbl="node3" presStyleIdx="1" presStyleCnt="9" custScaleY="56183"/>
      <dgm:spPr/>
    </dgm:pt>
    <dgm:pt modelId="{3D8810D0-222A-4DF7-B647-62D17C8C16E0}" type="pres">
      <dgm:prSet presAssocID="{15B4EBD7-D82B-4808-B8FF-0D6EBC97CE42}" presName="hierChild3" presStyleCnt="0"/>
      <dgm:spPr/>
    </dgm:pt>
    <dgm:pt modelId="{D54DF775-D6D8-4F39-8697-2A02420A7BF7}" type="pres">
      <dgm:prSet presAssocID="{4CF801B0-F42C-4118-AEDB-5F742D1A89E4}" presName="Name19" presStyleLbl="parChTrans1D3" presStyleIdx="2" presStyleCnt="9"/>
      <dgm:spPr/>
    </dgm:pt>
    <dgm:pt modelId="{E88CCF8F-7A34-45F0-9ABC-AC760B1CDC1E}" type="pres">
      <dgm:prSet presAssocID="{C8CD8B5C-4880-49E9-8D53-A43156FD815F}" presName="Name21" presStyleCnt="0"/>
      <dgm:spPr/>
    </dgm:pt>
    <dgm:pt modelId="{84C61730-88DD-461C-A034-B079A787D896}" type="pres">
      <dgm:prSet presAssocID="{C8CD8B5C-4880-49E9-8D53-A43156FD815F}" presName="level2Shape" presStyleLbl="node3" presStyleIdx="2" presStyleCnt="9" custScaleY="56183"/>
      <dgm:spPr/>
    </dgm:pt>
    <dgm:pt modelId="{5361AA82-1F3D-4F55-A529-C460B67BB79F}" type="pres">
      <dgm:prSet presAssocID="{C8CD8B5C-4880-49E9-8D53-A43156FD815F}" presName="hierChild3" presStyleCnt="0"/>
      <dgm:spPr/>
    </dgm:pt>
    <dgm:pt modelId="{7F1B7DA9-42A9-4FA8-8B3B-302C69723676}" type="pres">
      <dgm:prSet presAssocID="{F3657526-AD22-44B7-B56B-0138BAFF8623}" presName="Name19" presStyleLbl="parChTrans1D3" presStyleIdx="3" presStyleCnt="9"/>
      <dgm:spPr/>
    </dgm:pt>
    <dgm:pt modelId="{7B0CBFC8-FE8C-482D-8585-BE03BA4DE5D8}" type="pres">
      <dgm:prSet presAssocID="{72F3A968-2D6F-4DA8-BA1F-8ADF64198769}" presName="Name21" presStyleCnt="0"/>
      <dgm:spPr/>
    </dgm:pt>
    <dgm:pt modelId="{BF0E795E-FC59-438B-ACE4-CC0C07FFDB0E}" type="pres">
      <dgm:prSet presAssocID="{72F3A968-2D6F-4DA8-BA1F-8ADF64198769}" presName="level2Shape" presStyleLbl="node3" presStyleIdx="3" presStyleCnt="9" custScaleY="56183"/>
      <dgm:spPr/>
    </dgm:pt>
    <dgm:pt modelId="{275B1914-110A-4490-B4B0-913C7D844BFD}" type="pres">
      <dgm:prSet presAssocID="{72F3A968-2D6F-4DA8-BA1F-8ADF64198769}" presName="hierChild3" presStyleCnt="0"/>
      <dgm:spPr/>
    </dgm:pt>
    <dgm:pt modelId="{A4E1B5A3-E19B-4E38-9B3D-8CE3B8FDB113}" type="pres">
      <dgm:prSet presAssocID="{3231B016-124E-4513-A569-B299FC9B39DA}" presName="Name19" presStyleLbl="parChTrans1D3" presStyleIdx="4" presStyleCnt="9"/>
      <dgm:spPr/>
    </dgm:pt>
    <dgm:pt modelId="{6E078F5B-66D8-4558-A29C-1EDA5767C817}" type="pres">
      <dgm:prSet presAssocID="{BB71208F-EA11-48FA-B923-E6D9B81E477D}" presName="Name21" presStyleCnt="0"/>
      <dgm:spPr/>
    </dgm:pt>
    <dgm:pt modelId="{F4F4F9FD-94AB-4DFF-B19B-6B5DE09A9AE3}" type="pres">
      <dgm:prSet presAssocID="{BB71208F-EA11-48FA-B923-E6D9B81E477D}" presName="level2Shape" presStyleLbl="node3" presStyleIdx="4" presStyleCnt="9" custScaleY="56183"/>
      <dgm:spPr/>
    </dgm:pt>
    <dgm:pt modelId="{37C3466F-621B-422F-ACF9-209FAD6B8F1A}" type="pres">
      <dgm:prSet presAssocID="{BB71208F-EA11-48FA-B923-E6D9B81E477D}" presName="hierChild3" presStyleCnt="0"/>
      <dgm:spPr/>
    </dgm:pt>
    <dgm:pt modelId="{4AD60E0C-DE5A-47F9-A0DE-7D0A4B35119A}" type="pres">
      <dgm:prSet presAssocID="{2811B274-FAD2-432A-AA7B-AA9F24FB9340}" presName="Name19" presStyleLbl="parChTrans1D3" presStyleIdx="5" presStyleCnt="9"/>
      <dgm:spPr/>
    </dgm:pt>
    <dgm:pt modelId="{95346A7D-5FC8-4049-8D6D-1CC501A0C4C0}" type="pres">
      <dgm:prSet presAssocID="{D8A7BADE-63FE-4A1B-BF48-E29B323130EC}" presName="Name21" presStyleCnt="0"/>
      <dgm:spPr/>
    </dgm:pt>
    <dgm:pt modelId="{3F406DFF-12C8-4449-8718-660B4F9B48E7}" type="pres">
      <dgm:prSet presAssocID="{D8A7BADE-63FE-4A1B-BF48-E29B323130EC}" presName="level2Shape" presStyleLbl="node3" presStyleIdx="5" presStyleCnt="9" custScaleY="56183"/>
      <dgm:spPr/>
    </dgm:pt>
    <dgm:pt modelId="{4177536D-9478-408D-A797-F504AC30858B}" type="pres">
      <dgm:prSet presAssocID="{D8A7BADE-63FE-4A1B-BF48-E29B323130EC}" presName="hierChild3" presStyleCnt="0"/>
      <dgm:spPr/>
    </dgm:pt>
    <dgm:pt modelId="{049857C4-D551-41E8-A950-EEDD09552AAA}" type="pres">
      <dgm:prSet presAssocID="{6E140D7B-47AB-4B57-8A2E-E2ADCEB48523}" presName="Name19" presStyleLbl="parChTrans1D3" presStyleIdx="6" presStyleCnt="9"/>
      <dgm:spPr/>
    </dgm:pt>
    <dgm:pt modelId="{5B98620E-B428-4F68-93A7-C67F74722FFA}" type="pres">
      <dgm:prSet presAssocID="{BE1A3ACD-B65B-4208-AEB4-540DC78DB88E}" presName="Name21" presStyleCnt="0"/>
      <dgm:spPr/>
    </dgm:pt>
    <dgm:pt modelId="{CD39AACB-CE03-4CAA-B65D-4F0D0C3AA0FA}" type="pres">
      <dgm:prSet presAssocID="{BE1A3ACD-B65B-4208-AEB4-540DC78DB88E}" presName="level2Shape" presStyleLbl="node3" presStyleIdx="6" presStyleCnt="9" custScaleY="56183"/>
      <dgm:spPr/>
    </dgm:pt>
    <dgm:pt modelId="{A1867F87-5AB0-495D-BEEF-723A66B559B2}" type="pres">
      <dgm:prSet presAssocID="{BE1A3ACD-B65B-4208-AEB4-540DC78DB88E}" presName="hierChild3" presStyleCnt="0"/>
      <dgm:spPr/>
    </dgm:pt>
    <dgm:pt modelId="{0C4905C9-E004-467F-81A6-62AC28526737}" type="pres">
      <dgm:prSet presAssocID="{0D664981-0856-42C7-B718-8DD76016930E}" presName="Name19" presStyleLbl="parChTrans1D2" presStyleIdx="1" presStyleCnt="2"/>
      <dgm:spPr/>
    </dgm:pt>
    <dgm:pt modelId="{4292DB58-2D7B-4E6C-B804-E3A60B91680C}" type="pres">
      <dgm:prSet presAssocID="{75BC7EB1-55E1-477F-BEE8-85426F259D2A}" presName="Name21" presStyleCnt="0"/>
      <dgm:spPr/>
    </dgm:pt>
    <dgm:pt modelId="{1F443DDC-AC5C-4D82-9459-6C4836579CB6}" type="pres">
      <dgm:prSet presAssocID="{75BC7EB1-55E1-477F-BEE8-85426F259D2A}" presName="level2Shape" presStyleLbl="node2" presStyleIdx="1" presStyleCnt="2" custScaleX="182019"/>
      <dgm:spPr/>
    </dgm:pt>
    <dgm:pt modelId="{B5A1CDA6-57B5-4571-A12D-E83FBAB91BB9}" type="pres">
      <dgm:prSet presAssocID="{75BC7EB1-55E1-477F-BEE8-85426F259D2A}" presName="hierChild3" presStyleCnt="0"/>
      <dgm:spPr/>
    </dgm:pt>
    <dgm:pt modelId="{8E81AB6C-BA57-4FFD-AA4E-9187C98A4AFC}" type="pres">
      <dgm:prSet presAssocID="{B4FE0F38-7983-4C09-BEDD-E6A82541E9BA}" presName="Name19" presStyleLbl="parChTrans1D3" presStyleIdx="7" presStyleCnt="9"/>
      <dgm:spPr/>
    </dgm:pt>
    <dgm:pt modelId="{D6D84C72-2167-4AF9-AC46-56880D032C9A}" type="pres">
      <dgm:prSet presAssocID="{AB507C92-2B0B-4CA6-A716-86E8C8F7407D}" presName="Name21" presStyleCnt="0"/>
      <dgm:spPr/>
    </dgm:pt>
    <dgm:pt modelId="{93EFBA14-A1F5-45B8-B49B-2FF2F56DD4C2}" type="pres">
      <dgm:prSet presAssocID="{AB507C92-2B0B-4CA6-A716-86E8C8F7407D}" presName="level2Shape" presStyleLbl="node3" presStyleIdx="7" presStyleCnt="9" custScaleY="56183"/>
      <dgm:spPr/>
    </dgm:pt>
    <dgm:pt modelId="{62EA72BF-0974-417A-B82C-58706AE0F5B0}" type="pres">
      <dgm:prSet presAssocID="{AB507C92-2B0B-4CA6-A716-86E8C8F7407D}" presName="hierChild3" presStyleCnt="0"/>
      <dgm:spPr/>
    </dgm:pt>
    <dgm:pt modelId="{898E31DA-AA63-4C54-B2EA-3945F16363E0}" type="pres">
      <dgm:prSet presAssocID="{F58DD3A5-5A18-4984-97F7-86105B5129E4}" presName="Name19" presStyleLbl="parChTrans1D3" presStyleIdx="8" presStyleCnt="9"/>
      <dgm:spPr/>
    </dgm:pt>
    <dgm:pt modelId="{E2510F99-5597-4E16-AAEB-C32C3F0A85B4}" type="pres">
      <dgm:prSet presAssocID="{02CEC90E-AAD5-46BE-8A07-D90CC6723E3C}" presName="Name21" presStyleCnt="0"/>
      <dgm:spPr/>
    </dgm:pt>
    <dgm:pt modelId="{1EA538B3-AF80-4F86-A463-68CA0A0A405C}" type="pres">
      <dgm:prSet presAssocID="{02CEC90E-AAD5-46BE-8A07-D90CC6723E3C}" presName="level2Shape" presStyleLbl="node3" presStyleIdx="8" presStyleCnt="9" custScaleY="56183"/>
      <dgm:spPr/>
    </dgm:pt>
    <dgm:pt modelId="{E673FFA5-7A67-46D6-AD85-5A3D3DDC23D9}" type="pres">
      <dgm:prSet presAssocID="{02CEC90E-AAD5-46BE-8A07-D90CC6723E3C}" presName="hierChild3" presStyleCnt="0"/>
      <dgm:spPr/>
    </dgm:pt>
    <dgm:pt modelId="{B2782EC3-89B1-47B0-8A16-1A6332E76FEE}" type="pres">
      <dgm:prSet presAssocID="{4080F8A2-CA7F-4AB2-8DD1-F7B957C2805D}" presName="bgShapesFlow" presStyleCnt="0"/>
      <dgm:spPr/>
    </dgm:pt>
  </dgm:ptLst>
  <dgm:cxnLst>
    <dgm:cxn modelId="{635D950D-5949-4294-973A-CC12B31E1C98}" type="presOf" srcId="{2811B274-FAD2-432A-AA7B-AA9F24FB9340}" destId="{4AD60E0C-DE5A-47F9-A0DE-7D0A4B35119A}" srcOrd="0" destOrd="0" presId="urn:microsoft.com/office/officeart/2005/8/layout/hierarchy6"/>
    <dgm:cxn modelId="{5D38CC14-898B-4B1B-A3C7-FF9ABE207D86}" srcId="{C1337A31-4113-4306-B8C0-DC3BA700665B}" destId="{C8CD8B5C-4880-49E9-8D53-A43156FD815F}" srcOrd="2" destOrd="0" parTransId="{4CF801B0-F42C-4118-AEDB-5F742D1A89E4}" sibTransId="{9108FC69-C9BF-4612-8CEC-5DC2CD615B7A}"/>
    <dgm:cxn modelId="{6CB0CD15-5DB4-4C61-A0E8-DAFC580988C5}" type="presOf" srcId="{B4FE0F38-7983-4C09-BEDD-E6A82541E9BA}" destId="{8E81AB6C-BA57-4FFD-AA4E-9187C98A4AFC}" srcOrd="0" destOrd="0" presId="urn:microsoft.com/office/officeart/2005/8/layout/hierarchy6"/>
    <dgm:cxn modelId="{F2FC8A1C-8E96-4B49-ABDB-3C780119DE5B}" type="presOf" srcId="{D8A7BADE-63FE-4A1B-BF48-E29B323130EC}" destId="{3F406DFF-12C8-4449-8718-660B4F9B48E7}" srcOrd="0" destOrd="0" presId="urn:microsoft.com/office/officeart/2005/8/layout/hierarchy6"/>
    <dgm:cxn modelId="{39D9D621-5771-4658-BAD9-A2092E32C7E2}" srcId="{C1337A31-4113-4306-B8C0-DC3BA700665B}" destId="{BE1A3ACD-B65B-4208-AEB4-540DC78DB88E}" srcOrd="6" destOrd="0" parTransId="{6E140D7B-47AB-4B57-8A2E-E2ADCEB48523}" sibTransId="{79FFE5E4-42C1-4FEE-848A-908FA33017F7}"/>
    <dgm:cxn modelId="{A6EF2423-8E90-462B-A597-1D8623D59617}" type="presOf" srcId="{4CF801B0-F42C-4118-AEDB-5F742D1A89E4}" destId="{D54DF775-D6D8-4F39-8697-2A02420A7BF7}" srcOrd="0" destOrd="0" presId="urn:microsoft.com/office/officeart/2005/8/layout/hierarchy6"/>
    <dgm:cxn modelId="{2517342A-249A-41D0-897A-E27F8DAA34BD}" srcId="{C1337A31-4113-4306-B8C0-DC3BA700665B}" destId="{5C888CD4-8FBE-4E66-888F-506F31C1B0DA}" srcOrd="0" destOrd="0" parTransId="{7743CBDD-3A50-49DB-942B-0FF183DFC8F4}" sibTransId="{4334C92C-AC5F-4AD8-A177-99CF32EDADFE}"/>
    <dgm:cxn modelId="{A5F2372A-3A62-4D03-A941-C74528E8304B}" type="presOf" srcId="{4080F8A2-CA7F-4AB2-8DD1-F7B957C2805D}" destId="{3AFA9AED-D17B-4B3C-A858-98AD216EB711}" srcOrd="0" destOrd="0" presId="urn:microsoft.com/office/officeart/2005/8/layout/hierarchy6"/>
    <dgm:cxn modelId="{06404539-CD11-41DC-97D2-398C0B418E68}" srcId="{75BC7EB1-55E1-477F-BEE8-85426F259D2A}" destId="{02CEC90E-AAD5-46BE-8A07-D90CC6723E3C}" srcOrd="1" destOrd="0" parTransId="{F58DD3A5-5A18-4984-97F7-86105B5129E4}" sibTransId="{A8ABA25F-588B-44B2-B559-3EB8D9658632}"/>
    <dgm:cxn modelId="{F970AA3E-3914-46C7-9B5E-4C10D0142311}" type="presOf" srcId="{BB71208F-EA11-48FA-B923-E6D9B81E477D}" destId="{F4F4F9FD-94AB-4DFF-B19B-6B5DE09A9AE3}" srcOrd="0" destOrd="0" presId="urn:microsoft.com/office/officeart/2005/8/layout/hierarchy6"/>
    <dgm:cxn modelId="{EF8AD940-47B6-45F7-8EEC-4718C79D128A}" type="presOf" srcId="{0D664981-0856-42C7-B718-8DD76016930E}" destId="{0C4905C9-E004-467F-81A6-62AC28526737}" srcOrd="0" destOrd="0" presId="urn:microsoft.com/office/officeart/2005/8/layout/hierarchy6"/>
    <dgm:cxn modelId="{36734F48-C663-405B-AB41-746DAC564ACB}" srcId="{C1337A31-4113-4306-B8C0-DC3BA700665B}" destId="{D8A7BADE-63FE-4A1B-BF48-E29B323130EC}" srcOrd="5" destOrd="0" parTransId="{2811B274-FAD2-432A-AA7B-AA9F24FB9340}" sibTransId="{DAC6F5E6-7FBF-433A-A8F0-4584B8F3D87C}"/>
    <dgm:cxn modelId="{B3E78648-79E9-4513-8E46-DF91DED59A32}" type="presOf" srcId="{0DBBA531-EC4B-484C-8DCE-0F64FE8A4C52}" destId="{A293CCAE-3671-4EF9-8F5F-64B9B79B0ADB}" srcOrd="0" destOrd="0" presId="urn:microsoft.com/office/officeart/2005/8/layout/hierarchy6"/>
    <dgm:cxn modelId="{A128CC68-A817-43C0-BBF0-DDEC26B46015}" type="presOf" srcId="{3231B016-124E-4513-A569-B299FC9B39DA}" destId="{A4E1B5A3-E19B-4E38-9B3D-8CE3B8FDB113}" srcOrd="0" destOrd="0" presId="urn:microsoft.com/office/officeart/2005/8/layout/hierarchy6"/>
    <dgm:cxn modelId="{6CC20D6B-F25E-4015-B6C2-3162BC2A005E}" srcId="{C1337A31-4113-4306-B8C0-DC3BA700665B}" destId="{72F3A968-2D6F-4DA8-BA1F-8ADF64198769}" srcOrd="3" destOrd="0" parTransId="{F3657526-AD22-44B7-B56B-0138BAFF8623}" sibTransId="{6EFF90F8-5B05-43F3-8E03-82F4474973DD}"/>
    <dgm:cxn modelId="{62D94371-CA40-45CB-B940-D5C6E8194F52}" type="presOf" srcId="{15B4EBD7-D82B-4808-B8FF-0D6EBC97CE42}" destId="{46D72D11-3310-4BB2-86C0-FAD9516CFEFA}" srcOrd="0" destOrd="0" presId="urn:microsoft.com/office/officeart/2005/8/layout/hierarchy6"/>
    <dgm:cxn modelId="{47EF4253-7C15-4314-B0E0-836D2DB5856A}" type="presOf" srcId="{2DB52B79-411A-4EC0-99E1-BAC6C87AADA0}" destId="{ECC38BB2-9AA2-4556-B2E8-1D77314AAFAB}" srcOrd="0" destOrd="0" presId="urn:microsoft.com/office/officeart/2005/8/layout/hierarchy6"/>
    <dgm:cxn modelId="{E150C179-C83B-41C5-BDA3-85D53C9A084A}" srcId="{0DBBA531-EC4B-484C-8DCE-0F64FE8A4C52}" destId="{C1337A31-4113-4306-B8C0-DC3BA700665B}" srcOrd="0" destOrd="0" parTransId="{2DB52B79-411A-4EC0-99E1-BAC6C87AADA0}" sibTransId="{DD487A30-E4AD-41C9-AA80-8AF82CF81D83}"/>
    <dgm:cxn modelId="{74096480-A6F1-4F0D-8D45-4F31BE0DC459}" srcId="{C1337A31-4113-4306-B8C0-DC3BA700665B}" destId="{15B4EBD7-D82B-4808-B8FF-0D6EBC97CE42}" srcOrd="1" destOrd="0" parTransId="{68C9CFE9-1F78-4447-A6F0-558E135734C1}" sibTransId="{2C6E806A-3F25-4C51-8120-408A70A9A2B3}"/>
    <dgm:cxn modelId="{A82B6788-6C8B-4619-BBFF-6CB2FC412207}" type="presOf" srcId="{6E140D7B-47AB-4B57-8A2E-E2ADCEB48523}" destId="{049857C4-D551-41E8-A950-EEDD09552AAA}" srcOrd="0" destOrd="0" presId="urn:microsoft.com/office/officeart/2005/8/layout/hierarchy6"/>
    <dgm:cxn modelId="{65ACEE8F-02F2-42B6-9F15-7924672C55B4}" type="presOf" srcId="{7743CBDD-3A50-49DB-942B-0FF183DFC8F4}" destId="{F72A2AC6-2950-4C6D-A404-0EF38223E94A}" srcOrd="0" destOrd="0" presId="urn:microsoft.com/office/officeart/2005/8/layout/hierarchy6"/>
    <dgm:cxn modelId="{3F1F1D9F-58E1-4FEA-A954-97FEE171BD5E}" type="presOf" srcId="{C1337A31-4113-4306-B8C0-DC3BA700665B}" destId="{92BADC76-B2D7-4815-BDC0-F01D4B99A2B5}" srcOrd="0" destOrd="0" presId="urn:microsoft.com/office/officeart/2005/8/layout/hierarchy6"/>
    <dgm:cxn modelId="{D30C30A5-E1D0-4561-A1C8-123844C47684}" type="presOf" srcId="{68C9CFE9-1F78-4447-A6F0-558E135734C1}" destId="{5C2D115D-6E8D-41C5-8FD2-09A30CA06145}" srcOrd="0" destOrd="0" presId="urn:microsoft.com/office/officeart/2005/8/layout/hierarchy6"/>
    <dgm:cxn modelId="{93CCADAA-25DF-4F9C-B282-7B7F52EBFDC8}" type="presOf" srcId="{75BC7EB1-55E1-477F-BEE8-85426F259D2A}" destId="{1F443DDC-AC5C-4D82-9459-6C4836579CB6}" srcOrd="0" destOrd="0" presId="urn:microsoft.com/office/officeart/2005/8/layout/hierarchy6"/>
    <dgm:cxn modelId="{5C8AC0B6-A083-468A-AD67-79866F534877}" srcId="{4080F8A2-CA7F-4AB2-8DD1-F7B957C2805D}" destId="{0DBBA531-EC4B-484C-8DCE-0F64FE8A4C52}" srcOrd="0" destOrd="0" parTransId="{0B322367-C64A-4B93-887E-6E2CA9BECC3F}" sibTransId="{54B3053D-A877-44DB-AF2F-DD6950FDFAB8}"/>
    <dgm:cxn modelId="{1A42DCB6-E4C8-4297-8C26-B0AA5F66DAD8}" type="presOf" srcId="{F3657526-AD22-44B7-B56B-0138BAFF8623}" destId="{7F1B7DA9-42A9-4FA8-8B3B-302C69723676}" srcOrd="0" destOrd="0" presId="urn:microsoft.com/office/officeart/2005/8/layout/hierarchy6"/>
    <dgm:cxn modelId="{F82A06C0-27BD-41C9-9A46-958695E538E8}" type="presOf" srcId="{C8CD8B5C-4880-49E9-8D53-A43156FD815F}" destId="{84C61730-88DD-461C-A034-B079A787D896}" srcOrd="0" destOrd="0" presId="urn:microsoft.com/office/officeart/2005/8/layout/hierarchy6"/>
    <dgm:cxn modelId="{492A55C4-13D5-43DF-ADB1-86E1C6849B95}" type="presOf" srcId="{BE1A3ACD-B65B-4208-AEB4-540DC78DB88E}" destId="{CD39AACB-CE03-4CAA-B65D-4F0D0C3AA0FA}" srcOrd="0" destOrd="0" presId="urn:microsoft.com/office/officeart/2005/8/layout/hierarchy6"/>
    <dgm:cxn modelId="{38FB5CC6-1927-4335-9993-DE9727DBF691}" type="presOf" srcId="{72F3A968-2D6F-4DA8-BA1F-8ADF64198769}" destId="{BF0E795E-FC59-438B-ACE4-CC0C07FFDB0E}" srcOrd="0" destOrd="0" presId="urn:microsoft.com/office/officeart/2005/8/layout/hierarchy6"/>
    <dgm:cxn modelId="{F3846CC9-1773-4EA6-AAA0-1FB66B644264}" type="presOf" srcId="{02CEC90E-AAD5-46BE-8A07-D90CC6723E3C}" destId="{1EA538B3-AF80-4F86-A463-68CA0A0A405C}" srcOrd="0" destOrd="0" presId="urn:microsoft.com/office/officeart/2005/8/layout/hierarchy6"/>
    <dgm:cxn modelId="{C98621E0-60B6-40E6-9A39-81599F8D5939}" srcId="{C1337A31-4113-4306-B8C0-DC3BA700665B}" destId="{BB71208F-EA11-48FA-B923-E6D9B81E477D}" srcOrd="4" destOrd="0" parTransId="{3231B016-124E-4513-A569-B299FC9B39DA}" sibTransId="{CF4CF7E2-25D7-45CE-B86A-BCA508F1F8A7}"/>
    <dgm:cxn modelId="{54B29DE0-EA65-40E5-A238-425A5BF1CAB5}" type="presOf" srcId="{F58DD3A5-5A18-4984-97F7-86105B5129E4}" destId="{898E31DA-AA63-4C54-B2EA-3945F16363E0}" srcOrd="0" destOrd="0" presId="urn:microsoft.com/office/officeart/2005/8/layout/hierarchy6"/>
    <dgm:cxn modelId="{FAED00E8-AEC8-4099-ACAC-3EC5973A38AB}" srcId="{75BC7EB1-55E1-477F-BEE8-85426F259D2A}" destId="{AB507C92-2B0B-4CA6-A716-86E8C8F7407D}" srcOrd="0" destOrd="0" parTransId="{B4FE0F38-7983-4C09-BEDD-E6A82541E9BA}" sibTransId="{AED6002F-E2CC-4656-B37E-842521C823F6}"/>
    <dgm:cxn modelId="{DB8812E8-2D97-4F88-95C5-A2A8A30DB5A8}" type="presOf" srcId="{5C888CD4-8FBE-4E66-888F-506F31C1B0DA}" destId="{D611A640-5001-4F66-A75D-EF933F366EAB}" srcOrd="0" destOrd="0" presId="urn:microsoft.com/office/officeart/2005/8/layout/hierarchy6"/>
    <dgm:cxn modelId="{B8DF44F2-07CE-42E5-AEEE-B59E1E0FC94E}" srcId="{0DBBA531-EC4B-484C-8DCE-0F64FE8A4C52}" destId="{75BC7EB1-55E1-477F-BEE8-85426F259D2A}" srcOrd="1" destOrd="0" parTransId="{0D664981-0856-42C7-B718-8DD76016930E}" sibTransId="{3E406293-92CE-4D77-8E06-4E5A5BD9F68A}"/>
    <dgm:cxn modelId="{2A3831FE-71CE-47FA-9254-8B1B01900DDA}" type="presOf" srcId="{AB507C92-2B0B-4CA6-A716-86E8C8F7407D}" destId="{93EFBA14-A1F5-45B8-B49B-2FF2F56DD4C2}" srcOrd="0" destOrd="0" presId="urn:microsoft.com/office/officeart/2005/8/layout/hierarchy6"/>
    <dgm:cxn modelId="{07C6C2C2-6486-49A6-8004-33A91DCD80C7}" type="presParOf" srcId="{3AFA9AED-D17B-4B3C-A858-98AD216EB711}" destId="{AA57D894-404C-4186-8ED7-5A77AC761C2E}" srcOrd="0" destOrd="0" presId="urn:microsoft.com/office/officeart/2005/8/layout/hierarchy6"/>
    <dgm:cxn modelId="{615408FA-D608-4FFC-AABB-FD9EA23DC42C}" type="presParOf" srcId="{AA57D894-404C-4186-8ED7-5A77AC761C2E}" destId="{96F45204-CC95-485C-B776-26BCC97E1785}" srcOrd="0" destOrd="0" presId="urn:microsoft.com/office/officeart/2005/8/layout/hierarchy6"/>
    <dgm:cxn modelId="{C769D408-A76E-4AB3-887E-99FD87F96A93}" type="presParOf" srcId="{96F45204-CC95-485C-B776-26BCC97E1785}" destId="{9E291501-5802-4BF9-9FDB-EF0CD55749B8}" srcOrd="0" destOrd="0" presId="urn:microsoft.com/office/officeart/2005/8/layout/hierarchy6"/>
    <dgm:cxn modelId="{B4906935-E103-4095-8DCD-8D98E8CBB37B}" type="presParOf" srcId="{9E291501-5802-4BF9-9FDB-EF0CD55749B8}" destId="{A293CCAE-3671-4EF9-8F5F-64B9B79B0ADB}" srcOrd="0" destOrd="0" presId="urn:microsoft.com/office/officeart/2005/8/layout/hierarchy6"/>
    <dgm:cxn modelId="{58CA4D27-9A96-41FF-971B-536016B94CBB}" type="presParOf" srcId="{9E291501-5802-4BF9-9FDB-EF0CD55749B8}" destId="{21FA30F6-8A68-421F-B24E-A41A20DDD753}" srcOrd="1" destOrd="0" presId="urn:microsoft.com/office/officeart/2005/8/layout/hierarchy6"/>
    <dgm:cxn modelId="{425CB3E6-E652-45F3-ACBB-97011572C97B}" type="presParOf" srcId="{21FA30F6-8A68-421F-B24E-A41A20DDD753}" destId="{ECC38BB2-9AA2-4556-B2E8-1D77314AAFAB}" srcOrd="0" destOrd="0" presId="urn:microsoft.com/office/officeart/2005/8/layout/hierarchy6"/>
    <dgm:cxn modelId="{C8CCEFB8-9FF3-430F-8480-09751C73E3F5}" type="presParOf" srcId="{21FA30F6-8A68-421F-B24E-A41A20DDD753}" destId="{E2F75B7A-CCEB-46F6-B7E6-719116B9F549}" srcOrd="1" destOrd="0" presId="urn:microsoft.com/office/officeart/2005/8/layout/hierarchy6"/>
    <dgm:cxn modelId="{7B7926D9-366E-4B12-8655-DE8724D917A5}" type="presParOf" srcId="{E2F75B7A-CCEB-46F6-B7E6-719116B9F549}" destId="{92BADC76-B2D7-4815-BDC0-F01D4B99A2B5}" srcOrd="0" destOrd="0" presId="urn:microsoft.com/office/officeart/2005/8/layout/hierarchy6"/>
    <dgm:cxn modelId="{5AB051D4-F79D-4A49-9E0B-89041AFE6D45}" type="presParOf" srcId="{E2F75B7A-CCEB-46F6-B7E6-719116B9F549}" destId="{3E35F1D0-1118-497C-B59E-C58293339369}" srcOrd="1" destOrd="0" presId="urn:microsoft.com/office/officeart/2005/8/layout/hierarchy6"/>
    <dgm:cxn modelId="{5C02881A-782D-4970-8C69-2CD45CADC3A3}" type="presParOf" srcId="{3E35F1D0-1118-497C-B59E-C58293339369}" destId="{F72A2AC6-2950-4C6D-A404-0EF38223E94A}" srcOrd="0" destOrd="0" presId="urn:microsoft.com/office/officeart/2005/8/layout/hierarchy6"/>
    <dgm:cxn modelId="{E7B60F20-B0BE-4841-B355-2E4FB1D18DF0}" type="presParOf" srcId="{3E35F1D0-1118-497C-B59E-C58293339369}" destId="{C33DF59A-16DC-413B-BC39-C62E596C1315}" srcOrd="1" destOrd="0" presId="urn:microsoft.com/office/officeart/2005/8/layout/hierarchy6"/>
    <dgm:cxn modelId="{086ED13A-8EB9-4298-ABF9-55ACDADC04DE}" type="presParOf" srcId="{C33DF59A-16DC-413B-BC39-C62E596C1315}" destId="{D611A640-5001-4F66-A75D-EF933F366EAB}" srcOrd="0" destOrd="0" presId="urn:microsoft.com/office/officeart/2005/8/layout/hierarchy6"/>
    <dgm:cxn modelId="{ACA6C80F-3458-4178-ACAE-F089F75C07CA}" type="presParOf" srcId="{C33DF59A-16DC-413B-BC39-C62E596C1315}" destId="{B092990A-593B-4573-B0AB-19BCBABAC9D8}" srcOrd="1" destOrd="0" presId="urn:microsoft.com/office/officeart/2005/8/layout/hierarchy6"/>
    <dgm:cxn modelId="{C9D291D0-B6E5-4DE9-9E01-921E4324F23B}" type="presParOf" srcId="{3E35F1D0-1118-497C-B59E-C58293339369}" destId="{5C2D115D-6E8D-41C5-8FD2-09A30CA06145}" srcOrd="2" destOrd="0" presId="urn:microsoft.com/office/officeart/2005/8/layout/hierarchy6"/>
    <dgm:cxn modelId="{7C2D0183-C88E-467D-9798-5C4FB1AEF3FE}" type="presParOf" srcId="{3E35F1D0-1118-497C-B59E-C58293339369}" destId="{A38707D8-A1D4-40CB-BF8F-D8C264146FBB}" srcOrd="3" destOrd="0" presId="urn:microsoft.com/office/officeart/2005/8/layout/hierarchy6"/>
    <dgm:cxn modelId="{37597C7A-ECA8-42E0-852F-168F78E5E1D8}" type="presParOf" srcId="{A38707D8-A1D4-40CB-BF8F-D8C264146FBB}" destId="{46D72D11-3310-4BB2-86C0-FAD9516CFEFA}" srcOrd="0" destOrd="0" presId="urn:microsoft.com/office/officeart/2005/8/layout/hierarchy6"/>
    <dgm:cxn modelId="{3574C01A-1369-41A7-9A8A-C92169A0147D}" type="presParOf" srcId="{A38707D8-A1D4-40CB-BF8F-D8C264146FBB}" destId="{3D8810D0-222A-4DF7-B647-62D17C8C16E0}" srcOrd="1" destOrd="0" presId="urn:microsoft.com/office/officeart/2005/8/layout/hierarchy6"/>
    <dgm:cxn modelId="{CA9CD4DB-2F6E-4FC8-89A0-06B55F4226F7}" type="presParOf" srcId="{3E35F1D0-1118-497C-B59E-C58293339369}" destId="{D54DF775-D6D8-4F39-8697-2A02420A7BF7}" srcOrd="4" destOrd="0" presId="urn:microsoft.com/office/officeart/2005/8/layout/hierarchy6"/>
    <dgm:cxn modelId="{9464EA29-80B3-4B10-B47E-7A580C66721D}" type="presParOf" srcId="{3E35F1D0-1118-497C-B59E-C58293339369}" destId="{E88CCF8F-7A34-45F0-9ABC-AC760B1CDC1E}" srcOrd="5" destOrd="0" presId="urn:microsoft.com/office/officeart/2005/8/layout/hierarchy6"/>
    <dgm:cxn modelId="{14FA14AD-3A82-4324-A0B2-6F03894A572C}" type="presParOf" srcId="{E88CCF8F-7A34-45F0-9ABC-AC760B1CDC1E}" destId="{84C61730-88DD-461C-A034-B079A787D896}" srcOrd="0" destOrd="0" presId="urn:microsoft.com/office/officeart/2005/8/layout/hierarchy6"/>
    <dgm:cxn modelId="{DAD9B12D-A717-474C-B548-0B3248C9F5E2}" type="presParOf" srcId="{E88CCF8F-7A34-45F0-9ABC-AC760B1CDC1E}" destId="{5361AA82-1F3D-4F55-A529-C460B67BB79F}" srcOrd="1" destOrd="0" presId="urn:microsoft.com/office/officeart/2005/8/layout/hierarchy6"/>
    <dgm:cxn modelId="{A0D395D3-8FA9-4A43-AB9F-D73E9F710772}" type="presParOf" srcId="{3E35F1D0-1118-497C-B59E-C58293339369}" destId="{7F1B7DA9-42A9-4FA8-8B3B-302C69723676}" srcOrd="6" destOrd="0" presId="urn:microsoft.com/office/officeart/2005/8/layout/hierarchy6"/>
    <dgm:cxn modelId="{53F761AE-C09A-4DB8-AC2F-31FDEAB14F11}" type="presParOf" srcId="{3E35F1D0-1118-497C-B59E-C58293339369}" destId="{7B0CBFC8-FE8C-482D-8585-BE03BA4DE5D8}" srcOrd="7" destOrd="0" presId="urn:microsoft.com/office/officeart/2005/8/layout/hierarchy6"/>
    <dgm:cxn modelId="{C52FEE5A-0917-4CDA-90F5-7A482CCC5A1A}" type="presParOf" srcId="{7B0CBFC8-FE8C-482D-8585-BE03BA4DE5D8}" destId="{BF0E795E-FC59-438B-ACE4-CC0C07FFDB0E}" srcOrd="0" destOrd="0" presId="urn:microsoft.com/office/officeart/2005/8/layout/hierarchy6"/>
    <dgm:cxn modelId="{9BD89EC1-DADF-4609-8C68-33619FEA264C}" type="presParOf" srcId="{7B0CBFC8-FE8C-482D-8585-BE03BA4DE5D8}" destId="{275B1914-110A-4490-B4B0-913C7D844BFD}" srcOrd="1" destOrd="0" presId="urn:microsoft.com/office/officeart/2005/8/layout/hierarchy6"/>
    <dgm:cxn modelId="{FF2AF90E-E70B-4950-B801-24208649675C}" type="presParOf" srcId="{3E35F1D0-1118-497C-B59E-C58293339369}" destId="{A4E1B5A3-E19B-4E38-9B3D-8CE3B8FDB113}" srcOrd="8" destOrd="0" presId="urn:microsoft.com/office/officeart/2005/8/layout/hierarchy6"/>
    <dgm:cxn modelId="{9FD65B88-ED81-4D25-953F-6F31D5885FD4}" type="presParOf" srcId="{3E35F1D0-1118-497C-B59E-C58293339369}" destId="{6E078F5B-66D8-4558-A29C-1EDA5767C817}" srcOrd="9" destOrd="0" presId="urn:microsoft.com/office/officeart/2005/8/layout/hierarchy6"/>
    <dgm:cxn modelId="{EE5676C2-3F62-4133-BB7A-CC63FB272DC1}" type="presParOf" srcId="{6E078F5B-66D8-4558-A29C-1EDA5767C817}" destId="{F4F4F9FD-94AB-4DFF-B19B-6B5DE09A9AE3}" srcOrd="0" destOrd="0" presId="urn:microsoft.com/office/officeart/2005/8/layout/hierarchy6"/>
    <dgm:cxn modelId="{D1C4E9D6-66B9-4401-89CE-DEBFC98D73ED}" type="presParOf" srcId="{6E078F5B-66D8-4558-A29C-1EDA5767C817}" destId="{37C3466F-621B-422F-ACF9-209FAD6B8F1A}" srcOrd="1" destOrd="0" presId="urn:microsoft.com/office/officeart/2005/8/layout/hierarchy6"/>
    <dgm:cxn modelId="{881B53D3-87FE-4507-92BC-937F34C9CB26}" type="presParOf" srcId="{3E35F1D0-1118-497C-B59E-C58293339369}" destId="{4AD60E0C-DE5A-47F9-A0DE-7D0A4B35119A}" srcOrd="10" destOrd="0" presId="urn:microsoft.com/office/officeart/2005/8/layout/hierarchy6"/>
    <dgm:cxn modelId="{D81E6588-C49E-4965-B003-BB3A646B711C}" type="presParOf" srcId="{3E35F1D0-1118-497C-B59E-C58293339369}" destId="{95346A7D-5FC8-4049-8D6D-1CC501A0C4C0}" srcOrd="11" destOrd="0" presId="urn:microsoft.com/office/officeart/2005/8/layout/hierarchy6"/>
    <dgm:cxn modelId="{A0B7AA61-D2FE-44FF-821C-605C1A795745}" type="presParOf" srcId="{95346A7D-5FC8-4049-8D6D-1CC501A0C4C0}" destId="{3F406DFF-12C8-4449-8718-660B4F9B48E7}" srcOrd="0" destOrd="0" presId="urn:microsoft.com/office/officeart/2005/8/layout/hierarchy6"/>
    <dgm:cxn modelId="{FD9234B2-2912-4651-8BFF-AF9FB9CCC510}" type="presParOf" srcId="{95346A7D-5FC8-4049-8D6D-1CC501A0C4C0}" destId="{4177536D-9478-408D-A797-F504AC30858B}" srcOrd="1" destOrd="0" presId="urn:microsoft.com/office/officeart/2005/8/layout/hierarchy6"/>
    <dgm:cxn modelId="{C5D7B555-9DF1-493A-8194-582173CE3943}" type="presParOf" srcId="{3E35F1D0-1118-497C-B59E-C58293339369}" destId="{049857C4-D551-41E8-A950-EEDD09552AAA}" srcOrd="12" destOrd="0" presId="urn:microsoft.com/office/officeart/2005/8/layout/hierarchy6"/>
    <dgm:cxn modelId="{0BE1D62E-2219-43DC-831F-6C60769EB3D9}" type="presParOf" srcId="{3E35F1D0-1118-497C-B59E-C58293339369}" destId="{5B98620E-B428-4F68-93A7-C67F74722FFA}" srcOrd="13" destOrd="0" presId="urn:microsoft.com/office/officeart/2005/8/layout/hierarchy6"/>
    <dgm:cxn modelId="{A701BEC2-E21E-42B4-B8EC-092D5F6F054C}" type="presParOf" srcId="{5B98620E-B428-4F68-93A7-C67F74722FFA}" destId="{CD39AACB-CE03-4CAA-B65D-4F0D0C3AA0FA}" srcOrd="0" destOrd="0" presId="urn:microsoft.com/office/officeart/2005/8/layout/hierarchy6"/>
    <dgm:cxn modelId="{C4E20669-77F3-4A3E-8617-89909AF63A77}" type="presParOf" srcId="{5B98620E-B428-4F68-93A7-C67F74722FFA}" destId="{A1867F87-5AB0-495D-BEEF-723A66B559B2}" srcOrd="1" destOrd="0" presId="urn:microsoft.com/office/officeart/2005/8/layout/hierarchy6"/>
    <dgm:cxn modelId="{69BA9B72-3158-4AAC-AD7A-6B9A0220FFD6}" type="presParOf" srcId="{21FA30F6-8A68-421F-B24E-A41A20DDD753}" destId="{0C4905C9-E004-467F-81A6-62AC28526737}" srcOrd="2" destOrd="0" presId="urn:microsoft.com/office/officeart/2005/8/layout/hierarchy6"/>
    <dgm:cxn modelId="{AD3D6606-B3CF-4DEA-AA41-55DECFE2721E}" type="presParOf" srcId="{21FA30F6-8A68-421F-B24E-A41A20DDD753}" destId="{4292DB58-2D7B-4E6C-B804-E3A60B91680C}" srcOrd="3" destOrd="0" presId="urn:microsoft.com/office/officeart/2005/8/layout/hierarchy6"/>
    <dgm:cxn modelId="{E826CB3C-4C5E-4E34-9A4E-D052A53C3AF8}" type="presParOf" srcId="{4292DB58-2D7B-4E6C-B804-E3A60B91680C}" destId="{1F443DDC-AC5C-4D82-9459-6C4836579CB6}" srcOrd="0" destOrd="0" presId="urn:microsoft.com/office/officeart/2005/8/layout/hierarchy6"/>
    <dgm:cxn modelId="{38AF63C6-8232-4B8B-AEF2-2260C42995F0}" type="presParOf" srcId="{4292DB58-2D7B-4E6C-B804-E3A60B91680C}" destId="{B5A1CDA6-57B5-4571-A12D-E83FBAB91BB9}" srcOrd="1" destOrd="0" presId="urn:microsoft.com/office/officeart/2005/8/layout/hierarchy6"/>
    <dgm:cxn modelId="{738FC518-B942-428D-88E2-E9EF9074F2AF}" type="presParOf" srcId="{B5A1CDA6-57B5-4571-A12D-E83FBAB91BB9}" destId="{8E81AB6C-BA57-4FFD-AA4E-9187C98A4AFC}" srcOrd="0" destOrd="0" presId="urn:microsoft.com/office/officeart/2005/8/layout/hierarchy6"/>
    <dgm:cxn modelId="{F4A22DFB-3802-44F3-968A-495215441E51}" type="presParOf" srcId="{B5A1CDA6-57B5-4571-A12D-E83FBAB91BB9}" destId="{D6D84C72-2167-4AF9-AC46-56880D032C9A}" srcOrd="1" destOrd="0" presId="urn:microsoft.com/office/officeart/2005/8/layout/hierarchy6"/>
    <dgm:cxn modelId="{D016366E-56E9-4C69-BC46-F711660B9045}" type="presParOf" srcId="{D6D84C72-2167-4AF9-AC46-56880D032C9A}" destId="{93EFBA14-A1F5-45B8-B49B-2FF2F56DD4C2}" srcOrd="0" destOrd="0" presId="urn:microsoft.com/office/officeart/2005/8/layout/hierarchy6"/>
    <dgm:cxn modelId="{4A26BF5F-429D-4642-91BB-3B31AA2D7514}" type="presParOf" srcId="{D6D84C72-2167-4AF9-AC46-56880D032C9A}" destId="{62EA72BF-0974-417A-B82C-58706AE0F5B0}" srcOrd="1" destOrd="0" presId="urn:microsoft.com/office/officeart/2005/8/layout/hierarchy6"/>
    <dgm:cxn modelId="{0D8E162B-D0F5-4B97-8DE8-9B0F511F4F3B}" type="presParOf" srcId="{B5A1CDA6-57B5-4571-A12D-E83FBAB91BB9}" destId="{898E31DA-AA63-4C54-B2EA-3945F16363E0}" srcOrd="2" destOrd="0" presId="urn:microsoft.com/office/officeart/2005/8/layout/hierarchy6"/>
    <dgm:cxn modelId="{2A03F21E-66B4-4520-887A-DE81AABE9517}" type="presParOf" srcId="{B5A1CDA6-57B5-4571-A12D-E83FBAB91BB9}" destId="{E2510F99-5597-4E16-AAEB-C32C3F0A85B4}" srcOrd="3" destOrd="0" presId="urn:microsoft.com/office/officeart/2005/8/layout/hierarchy6"/>
    <dgm:cxn modelId="{C885D6A5-37FE-46E6-AF6E-26E4BD1D3ACA}" type="presParOf" srcId="{E2510F99-5597-4E16-AAEB-C32C3F0A85B4}" destId="{1EA538B3-AF80-4F86-A463-68CA0A0A405C}" srcOrd="0" destOrd="0" presId="urn:microsoft.com/office/officeart/2005/8/layout/hierarchy6"/>
    <dgm:cxn modelId="{96C4B58D-CA46-45CC-A5E9-9A9AAE0A2509}" type="presParOf" srcId="{E2510F99-5597-4E16-AAEB-C32C3F0A85B4}" destId="{E673FFA5-7A67-46D6-AD85-5A3D3DDC23D9}" srcOrd="1" destOrd="0" presId="urn:microsoft.com/office/officeart/2005/8/layout/hierarchy6"/>
    <dgm:cxn modelId="{3B7BA002-B6B7-4036-A445-286A7FE904C6}" type="presParOf" srcId="{3AFA9AED-D17B-4B3C-A858-98AD216EB711}" destId="{B2782EC3-89B1-47B0-8A16-1A6332E76FEE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CC8F690-778A-4C23-99A5-DCA54B09E0A7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0612DC4B-A824-4E24-927F-FE6BE91C5363}">
      <dgm:prSet phldrT="[텍스트]" custT="1"/>
      <dgm:spPr/>
      <dgm:t>
        <a:bodyPr/>
        <a:lstStyle/>
        <a:p>
          <a:pPr latinLnBrk="1"/>
          <a:r>
            <a:rPr lang="en-US" altLang="ko-KR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WEEK1</a:t>
          </a:r>
          <a:endParaRPr lang="ko-KR" altLang="en-US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F0981CA-D542-4672-9C89-59B889A11AD9}" type="parTrans" cxnId="{8AF5E5D4-6119-4322-8CBA-223C4AC58037}">
      <dgm:prSet/>
      <dgm:spPr/>
      <dgm:t>
        <a:bodyPr/>
        <a:lstStyle/>
        <a:p>
          <a:pPr latinLnBrk="1"/>
          <a:endParaRPr lang="ko-KR" altLang="en-US"/>
        </a:p>
      </dgm:t>
    </dgm:pt>
    <dgm:pt modelId="{512F0E82-FD3E-4977-8D1F-551E39B7791D}" type="sibTrans" cxnId="{8AF5E5D4-6119-4322-8CBA-223C4AC58037}">
      <dgm:prSet/>
      <dgm:spPr/>
      <dgm:t>
        <a:bodyPr/>
        <a:lstStyle/>
        <a:p>
          <a:pPr latinLnBrk="1"/>
          <a:endParaRPr lang="ko-KR" altLang="en-US"/>
        </a:p>
      </dgm:t>
    </dgm:pt>
    <dgm:pt modelId="{B133B2A6-8A27-4670-8CB8-B2BC97F091CE}">
      <dgm:prSet phldrT="[텍스트]" custT="1"/>
      <dgm:spPr/>
      <dgm:t>
        <a:bodyPr/>
        <a:lstStyle/>
        <a:p>
          <a:pPr latinLnBrk="1"/>
          <a:r>
            <a:rPr lang="en-US" altLang="ko-KR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WEEK 3</a:t>
          </a:r>
          <a:endParaRPr lang="ko-KR" altLang="en-US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9B31555-AECA-4388-B12B-B1CD7BBC8EB0}" type="parTrans" cxnId="{C67BA064-8DB9-462F-9A89-79A9D74914DF}">
      <dgm:prSet/>
      <dgm:spPr/>
      <dgm:t>
        <a:bodyPr/>
        <a:lstStyle/>
        <a:p>
          <a:pPr latinLnBrk="1"/>
          <a:endParaRPr lang="ko-KR" altLang="en-US"/>
        </a:p>
      </dgm:t>
    </dgm:pt>
    <dgm:pt modelId="{5A18E27B-E929-4546-9237-9E7729A26DE9}" type="sibTrans" cxnId="{C67BA064-8DB9-462F-9A89-79A9D74914DF}">
      <dgm:prSet/>
      <dgm:spPr/>
      <dgm:t>
        <a:bodyPr/>
        <a:lstStyle/>
        <a:p>
          <a:pPr latinLnBrk="1"/>
          <a:endParaRPr lang="ko-KR" altLang="en-US"/>
        </a:p>
      </dgm:t>
    </dgm:pt>
    <dgm:pt modelId="{362AE4A8-00E5-461D-AA9A-EA2BA3ED4C57}">
      <dgm:prSet phldrT="[텍스트]" custT="1"/>
      <dgm:spPr/>
      <dgm:t>
        <a:bodyPr/>
        <a:lstStyle/>
        <a:p>
          <a:pPr latinLnBrk="1"/>
          <a:r>
            <a:rPr lang="en-US" altLang="ko-KR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WEEK 4</a:t>
          </a:r>
          <a:endParaRPr lang="ko-KR" altLang="en-US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85DBD9D-DF1A-4D27-AE67-433AF61EE8B9}" type="parTrans" cxnId="{5399FA4A-3AD6-42BF-B777-75E4C24A85A0}">
      <dgm:prSet/>
      <dgm:spPr/>
      <dgm:t>
        <a:bodyPr/>
        <a:lstStyle/>
        <a:p>
          <a:pPr latinLnBrk="1"/>
          <a:endParaRPr lang="ko-KR" altLang="en-US"/>
        </a:p>
      </dgm:t>
    </dgm:pt>
    <dgm:pt modelId="{4D2B215E-0C04-44E4-B659-EF17C4238489}" type="sibTrans" cxnId="{5399FA4A-3AD6-42BF-B777-75E4C24A85A0}">
      <dgm:prSet/>
      <dgm:spPr/>
      <dgm:t>
        <a:bodyPr/>
        <a:lstStyle/>
        <a:p>
          <a:pPr latinLnBrk="1"/>
          <a:endParaRPr lang="ko-KR" altLang="en-US"/>
        </a:p>
      </dgm:t>
    </dgm:pt>
    <dgm:pt modelId="{B14A579D-FC12-41E0-B676-01D7F0C3CAFB}">
      <dgm:prSet phldrT="[텍스트]" custT="1"/>
      <dgm:spPr/>
      <dgm:t>
        <a:bodyPr/>
        <a:lstStyle/>
        <a:p>
          <a:pPr latinLnBrk="1"/>
          <a:r>
            <a:rPr lang="en-US" altLang="ko-KR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WEEK 2</a:t>
          </a:r>
          <a:endParaRPr lang="ko-KR" altLang="en-US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61DB655-DB74-41CC-8276-06DC4FE25FF2}" type="parTrans" cxnId="{FD5AB93F-37CC-4930-BE29-D9BD8D19684E}">
      <dgm:prSet/>
      <dgm:spPr/>
      <dgm:t>
        <a:bodyPr/>
        <a:lstStyle/>
        <a:p>
          <a:pPr latinLnBrk="1"/>
          <a:endParaRPr lang="ko-KR" altLang="en-US"/>
        </a:p>
      </dgm:t>
    </dgm:pt>
    <dgm:pt modelId="{1C59AE79-5220-43C8-B511-B7479E758696}" type="sibTrans" cxnId="{FD5AB93F-37CC-4930-BE29-D9BD8D19684E}">
      <dgm:prSet/>
      <dgm:spPr/>
      <dgm:t>
        <a:bodyPr/>
        <a:lstStyle/>
        <a:p>
          <a:pPr latinLnBrk="1"/>
          <a:endParaRPr lang="ko-KR" altLang="en-US"/>
        </a:p>
      </dgm:t>
    </dgm:pt>
    <dgm:pt modelId="{5859568F-3054-46CA-98DE-6E26C052B01B}" type="pres">
      <dgm:prSet presAssocID="{DCC8F690-778A-4C23-99A5-DCA54B09E0A7}" presName="outerComposite" presStyleCnt="0">
        <dgm:presLayoutVars>
          <dgm:chMax val="5"/>
          <dgm:dir/>
          <dgm:resizeHandles val="exact"/>
        </dgm:presLayoutVars>
      </dgm:prSet>
      <dgm:spPr/>
    </dgm:pt>
    <dgm:pt modelId="{2B470717-2FFD-477B-8FFE-BD8D7FD359DA}" type="pres">
      <dgm:prSet presAssocID="{DCC8F690-778A-4C23-99A5-DCA54B09E0A7}" presName="dummyMaxCanvas" presStyleCnt="0">
        <dgm:presLayoutVars/>
      </dgm:prSet>
      <dgm:spPr/>
    </dgm:pt>
    <dgm:pt modelId="{CDA69112-37C5-4FE3-B4CD-5F61A4A265CF}" type="pres">
      <dgm:prSet presAssocID="{DCC8F690-778A-4C23-99A5-DCA54B09E0A7}" presName="FourNodes_1" presStyleLbl="node1" presStyleIdx="0" presStyleCnt="4" custScaleY="86145">
        <dgm:presLayoutVars>
          <dgm:bulletEnabled val="1"/>
        </dgm:presLayoutVars>
      </dgm:prSet>
      <dgm:spPr/>
    </dgm:pt>
    <dgm:pt modelId="{A75FCD0F-4521-45AE-92D7-6390F40E614E}" type="pres">
      <dgm:prSet presAssocID="{DCC8F690-778A-4C23-99A5-DCA54B09E0A7}" presName="FourNodes_2" presStyleLbl="node1" presStyleIdx="1" presStyleCnt="4" custScaleY="86145">
        <dgm:presLayoutVars>
          <dgm:bulletEnabled val="1"/>
        </dgm:presLayoutVars>
      </dgm:prSet>
      <dgm:spPr/>
    </dgm:pt>
    <dgm:pt modelId="{1437F41E-C0FA-4063-A4F9-8A1C1D30E8AF}" type="pres">
      <dgm:prSet presAssocID="{DCC8F690-778A-4C23-99A5-DCA54B09E0A7}" presName="FourNodes_3" presStyleLbl="node1" presStyleIdx="2" presStyleCnt="4" custScaleY="86145">
        <dgm:presLayoutVars>
          <dgm:bulletEnabled val="1"/>
        </dgm:presLayoutVars>
      </dgm:prSet>
      <dgm:spPr/>
    </dgm:pt>
    <dgm:pt modelId="{5B46D253-67A8-415C-B87C-8551356DED62}" type="pres">
      <dgm:prSet presAssocID="{DCC8F690-778A-4C23-99A5-DCA54B09E0A7}" presName="FourNodes_4" presStyleLbl="node1" presStyleIdx="3" presStyleCnt="4" custScaleY="86145">
        <dgm:presLayoutVars>
          <dgm:bulletEnabled val="1"/>
        </dgm:presLayoutVars>
      </dgm:prSet>
      <dgm:spPr/>
    </dgm:pt>
    <dgm:pt modelId="{6BD054BF-1498-4FE3-B64D-E740A0B43C58}" type="pres">
      <dgm:prSet presAssocID="{DCC8F690-778A-4C23-99A5-DCA54B09E0A7}" presName="FourConn_1-2" presStyleLbl="fgAccFollowNode1" presStyleIdx="0" presStyleCnt="3">
        <dgm:presLayoutVars>
          <dgm:bulletEnabled val="1"/>
        </dgm:presLayoutVars>
      </dgm:prSet>
      <dgm:spPr/>
    </dgm:pt>
    <dgm:pt modelId="{497551D1-FA42-4186-9373-7EAA776E54A8}" type="pres">
      <dgm:prSet presAssocID="{DCC8F690-778A-4C23-99A5-DCA54B09E0A7}" presName="FourConn_2-3" presStyleLbl="fgAccFollowNode1" presStyleIdx="1" presStyleCnt="3">
        <dgm:presLayoutVars>
          <dgm:bulletEnabled val="1"/>
        </dgm:presLayoutVars>
      </dgm:prSet>
      <dgm:spPr/>
    </dgm:pt>
    <dgm:pt modelId="{C2ADD6CE-BC59-4F60-A3D8-E299CBA071A9}" type="pres">
      <dgm:prSet presAssocID="{DCC8F690-778A-4C23-99A5-DCA54B09E0A7}" presName="FourConn_3-4" presStyleLbl="fgAccFollowNode1" presStyleIdx="2" presStyleCnt="3">
        <dgm:presLayoutVars>
          <dgm:bulletEnabled val="1"/>
        </dgm:presLayoutVars>
      </dgm:prSet>
      <dgm:spPr/>
    </dgm:pt>
    <dgm:pt modelId="{AEFCE546-21C2-4775-8CFD-308B027987F2}" type="pres">
      <dgm:prSet presAssocID="{DCC8F690-778A-4C23-99A5-DCA54B09E0A7}" presName="FourNodes_1_text" presStyleLbl="node1" presStyleIdx="3" presStyleCnt="4">
        <dgm:presLayoutVars>
          <dgm:bulletEnabled val="1"/>
        </dgm:presLayoutVars>
      </dgm:prSet>
      <dgm:spPr/>
    </dgm:pt>
    <dgm:pt modelId="{CFD8166B-BDF0-49B8-8D51-1CFF92CDF2C3}" type="pres">
      <dgm:prSet presAssocID="{DCC8F690-778A-4C23-99A5-DCA54B09E0A7}" presName="FourNodes_2_text" presStyleLbl="node1" presStyleIdx="3" presStyleCnt="4">
        <dgm:presLayoutVars>
          <dgm:bulletEnabled val="1"/>
        </dgm:presLayoutVars>
      </dgm:prSet>
      <dgm:spPr/>
    </dgm:pt>
    <dgm:pt modelId="{D92538C2-B591-4898-873D-ED505A2CCD14}" type="pres">
      <dgm:prSet presAssocID="{DCC8F690-778A-4C23-99A5-DCA54B09E0A7}" presName="FourNodes_3_text" presStyleLbl="node1" presStyleIdx="3" presStyleCnt="4">
        <dgm:presLayoutVars>
          <dgm:bulletEnabled val="1"/>
        </dgm:presLayoutVars>
      </dgm:prSet>
      <dgm:spPr/>
    </dgm:pt>
    <dgm:pt modelId="{68D6971C-C19B-4C27-B2C6-AC6A879BEE2F}" type="pres">
      <dgm:prSet presAssocID="{DCC8F690-778A-4C23-99A5-DCA54B09E0A7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78C82F0E-D88F-4528-966C-8121A0C965C2}" type="presOf" srcId="{B133B2A6-8A27-4670-8CB8-B2BC97F091CE}" destId="{D92538C2-B591-4898-873D-ED505A2CCD14}" srcOrd="1" destOrd="0" presId="urn:microsoft.com/office/officeart/2005/8/layout/vProcess5"/>
    <dgm:cxn modelId="{86CA0422-8FE6-40F9-B765-A0194E4A934F}" type="presOf" srcId="{0612DC4B-A824-4E24-927F-FE6BE91C5363}" destId="{CDA69112-37C5-4FE3-B4CD-5F61A4A265CF}" srcOrd="0" destOrd="0" presId="urn:microsoft.com/office/officeart/2005/8/layout/vProcess5"/>
    <dgm:cxn modelId="{2588F22B-07F4-42FF-BD4D-40F68B2A361D}" type="presOf" srcId="{B14A579D-FC12-41E0-B676-01D7F0C3CAFB}" destId="{A75FCD0F-4521-45AE-92D7-6390F40E614E}" srcOrd="0" destOrd="0" presId="urn:microsoft.com/office/officeart/2005/8/layout/vProcess5"/>
    <dgm:cxn modelId="{FD5AB93F-37CC-4930-BE29-D9BD8D19684E}" srcId="{DCC8F690-778A-4C23-99A5-DCA54B09E0A7}" destId="{B14A579D-FC12-41E0-B676-01D7F0C3CAFB}" srcOrd="1" destOrd="0" parTransId="{561DB655-DB74-41CC-8276-06DC4FE25FF2}" sibTransId="{1C59AE79-5220-43C8-B511-B7479E758696}"/>
    <dgm:cxn modelId="{0180155E-12B2-4111-B232-A48A89BE603A}" type="presOf" srcId="{B14A579D-FC12-41E0-B676-01D7F0C3CAFB}" destId="{CFD8166B-BDF0-49B8-8D51-1CFF92CDF2C3}" srcOrd="1" destOrd="0" presId="urn:microsoft.com/office/officeart/2005/8/layout/vProcess5"/>
    <dgm:cxn modelId="{0A3C0C60-EFCF-49CD-BF1B-FE9BF6338AE1}" type="presOf" srcId="{DCC8F690-778A-4C23-99A5-DCA54B09E0A7}" destId="{5859568F-3054-46CA-98DE-6E26C052B01B}" srcOrd="0" destOrd="0" presId="urn:microsoft.com/office/officeart/2005/8/layout/vProcess5"/>
    <dgm:cxn modelId="{C67BA064-8DB9-462F-9A89-79A9D74914DF}" srcId="{DCC8F690-778A-4C23-99A5-DCA54B09E0A7}" destId="{B133B2A6-8A27-4670-8CB8-B2BC97F091CE}" srcOrd="2" destOrd="0" parTransId="{69B31555-AECA-4388-B12B-B1CD7BBC8EB0}" sibTransId="{5A18E27B-E929-4546-9237-9E7729A26DE9}"/>
    <dgm:cxn modelId="{5399FA4A-3AD6-42BF-B777-75E4C24A85A0}" srcId="{DCC8F690-778A-4C23-99A5-DCA54B09E0A7}" destId="{362AE4A8-00E5-461D-AA9A-EA2BA3ED4C57}" srcOrd="3" destOrd="0" parTransId="{E85DBD9D-DF1A-4D27-AE67-433AF61EE8B9}" sibTransId="{4D2B215E-0C04-44E4-B659-EF17C4238489}"/>
    <dgm:cxn modelId="{C6F50956-7A07-4C2B-A5B5-4C0E81326094}" type="presOf" srcId="{362AE4A8-00E5-461D-AA9A-EA2BA3ED4C57}" destId="{5B46D253-67A8-415C-B87C-8551356DED62}" srcOrd="0" destOrd="0" presId="urn:microsoft.com/office/officeart/2005/8/layout/vProcess5"/>
    <dgm:cxn modelId="{4F62D189-F98B-4ACD-BF28-01070498C8A0}" type="presOf" srcId="{362AE4A8-00E5-461D-AA9A-EA2BA3ED4C57}" destId="{68D6971C-C19B-4C27-B2C6-AC6A879BEE2F}" srcOrd="1" destOrd="0" presId="urn:microsoft.com/office/officeart/2005/8/layout/vProcess5"/>
    <dgm:cxn modelId="{DD0B6C8C-0870-4A88-93E0-1DCC9464DADE}" type="presOf" srcId="{5A18E27B-E929-4546-9237-9E7729A26DE9}" destId="{C2ADD6CE-BC59-4F60-A3D8-E299CBA071A9}" srcOrd="0" destOrd="0" presId="urn:microsoft.com/office/officeart/2005/8/layout/vProcess5"/>
    <dgm:cxn modelId="{D328B999-928B-4363-869B-209A0FC3D510}" type="presOf" srcId="{1C59AE79-5220-43C8-B511-B7479E758696}" destId="{497551D1-FA42-4186-9373-7EAA776E54A8}" srcOrd="0" destOrd="0" presId="urn:microsoft.com/office/officeart/2005/8/layout/vProcess5"/>
    <dgm:cxn modelId="{B32A04C8-DD21-4C50-9D93-3FE190AB99FE}" type="presOf" srcId="{0612DC4B-A824-4E24-927F-FE6BE91C5363}" destId="{AEFCE546-21C2-4775-8CFD-308B027987F2}" srcOrd="1" destOrd="0" presId="urn:microsoft.com/office/officeart/2005/8/layout/vProcess5"/>
    <dgm:cxn modelId="{8AF5E5D4-6119-4322-8CBA-223C4AC58037}" srcId="{DCC8F690-778A-4C23-99A5-DCA54B09E0A7}" destId="{0612DC4B-A824-4E24-927F-FE6BE91C5363}" srcOrd="0" destOrd="0" parTransId="{5F0981CA-D542-4672-9C89-59B889A11AD9}" sibTransId="{512F0E82-FD3E-4977-8D1F-551E39B7791D}"/>
    <dgm:cxn modelId="{CAA69ADA-2C5E-468C-A3C8-442A8CB488EA}" type="presOf" srcId="{B133B2A6-8A27-4670-8CB8-B2BC97F091CE}" destId="{1437F41E-C0FA-4063-A4F9-8A1C1D30E8AF}" srcOrd="0" destOrd="0" presId="urn:microsoft.com/office/officeart/2005/8/layout/vProcess5"/>
    <dgm:cxn modelId="{1661BDEA-B862-4A27-AF86-6B7A79A4823B}" type="presOf" srcId="{512F0E82-FD3E-4977-8D1F-551E39B7791D}" destId="{6BD054BF-1498-4FE3-B64D-E740A0B43C58}" srcOrd="0" destOrd="0" presId="urn:microsoft.com/office/officeart/2005/8/layout/vProcess5"/>
    <dgm:cxn modelId="{7CFF1BF1-E2CB-4D2E-BBC3-9C0735D6398B}" type="presParOf" srcId="{5859568F-3054-46CA-98DE-6E26C052B01B}" destId="{2B470717-2FFD-477B-8FFE-BD8D7FD359DA}" srcOrd="0" destOrd="0" presId="urn:microsoft.com/office/officeart/2005/8/layout/vProcess5"/>
    <dgm:cxn modelId="{29A8BA79-4235-40AE-96B7-E4C7EEB41BE9}" type="presParOf" srcId="{5859568F-3054-46CA-98DE-6E26C052B01B}" destId="{CDA69112-37C5-4FE3-B4CD-5F61A4A265CF}" srcOrd="1" destOrd="0" presId="urn:microsoft.com/office/officeart/2005/8/layout/vProcess5"/>
    <dgm:cxn modelId="{8488C062-1926-4395-AB03-998A736FFE47}" type="presParOf" srcId="{5859568F-3054-46CA-98DE-6E26C052B01B}" destId="{A75FCD0F-4521-45AE-92D7-6390F40E614E}" srcOrd="2" destOrd="0" presId="urn:microsoft.com/office/officeart/2005/8/layout/vProcess5"/>
    <dgm:cxn modelId="{86BF2DFE-3302-41AE-891F-AA89FCF1F592}" type="presParOf" srcId="{5859568F-3054-46CA-98DE-6E26C052B01B}" destId="{1437F41E-C0FA-4063-A4F9-8A1C1D30E8AF}" srcOrd="3" destOrd="0" presId="urn:microsoft.com/office/officeart/2005/8/layout/vProcess5"/>
    <dgm:cxn modelId="{48A25DCF-291B-4EA6-889A-CDEFA8C8FA5D}" type="presParOf" srcId="{5859568F-3054-46CA-98DE-6E26C052B01B}" destId="{5B46D253-67A8-415C-B87C-8551356DED62}" srcOrd="4" destOrd="0" presId="urn:microsoft.com/office/officeart/2005/8/layout/vProcess5"/>
    <dgm:cxn modelId="{0ECB5A98-E8A4-42C2-925B-6F2B6A6EBE86}" type="presParOf" srcId="{5859568F-3054-46CA-98DE-6E26C052B01B}" destId="{6BD054BF-1498-4FE3-B64D-E740A0B43C58}" srcOrd="5" destOrd="0" presId="urn:microsoft.com/office/officeart/2005/8/layout/vProcess5"/>
    <dgm:cxn modelId="{567539F5-C97C-492F-9AFF-F6CB586845A5}" type="presParOf" srcId="{5859568F-3054-46CA-98DE-6E26C052B01B}" destId="{497551D1-FA42-4186-9373-7EAA776E54A8}" srcOrd="6" destOrd="0" presId="urn:microsoft.com/office/officeart/2005/8/layout/vProcess5"/>
    <dgm:cxn modelId="{ABFD37CB-34A8-48B8-8BF8-CBA250AAC343}" type="presParOf" srcId="{5859568F-3054-46CA-98DE-6E26C052B01B}" destId="{C2ADD6CE-BC59-4F60-A3D8-E299CBA071A9}" srcOrd="7" destOrd="0" presId="urn:microsoft.com/office/officeart/2005/8/layout/vProcess5"/>
    <dgm:cxn modelId="{D0994CCD-2E23-4375-AD99-FF12A8E02BC3}" type="presParOf" srcId="{5859568F-3054-46CA-98DE-6E26C052B01B}" destId="{AEFCE546-21C2-4775-8CFD-308B027987F2}" srcOrd="8" destOrd="0" presId="urn:microsoft.com/office/officeart/2005/8/layout/vProcess5"/>
    <dgm:cxn modelId="{5E84678B-3E56-48E9-A176-0AC5A5291D14}" type="presParOf" srcId="{5859568F-3054-46CA-98DE-6E26C052B01B}" destId="{CFD8166B-BDF0-49B8-8D51-1CFF92CDF2C3}" srcOrd="9" destOrd="0" presId="urn:microsoft.com/office/officeart/2005/8/layout/vProcess5"/>
    <dgm:cxn modelId="{3349045E-8F1B-475E-95F8-3D0D006F48A4}" type="presParOf" srcId="{5859568F-3054-46CA-98DE-6E26C052B01B}" destId="{D92538C2-B591-4898-873D-ED505A2CCD14}" srcOrd="10" destOrd="0" presId="urn:microsoft.com/office/officeart/2005/8/layout/vProcess5"/>
    <dgm:cxn modelId="{191062DD-E7B2-4E1B-A864-EB45BAFCBF3A}" type="presParOf" srcId="{5859568F-3054-46CA-98DE-6E26C052B01B}" destId="{68D6971C-C19B-4C27-B2C6-AC6A879BEE2F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93CCAE-3671-4EF9-8F5F-64B9B79B0ADB}">
      <dsp:nvSpPr>
        <dsp:cNvPr id="0" name=""/>
        <dsp:cNvSpPr/>
      </dsp:nvSpPr>
      <dsp:spPr>
        <a:xfrm>
          <a:off x="5158683" y="593670"/>
          <a:ext cx="2296746" cy="8883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800" b="1" kern="1200" dirty="0" err="1">
              <a:latin typeface="Arial" panose="020B0604020202020204" pitchFamily="34" charset="0"/>
              <a:cs typeface="Arial" panose="020B0604020202020204" pitchFamily="34" charset="0"/>
            </a:rPr>
            <a:t>ReadNShare</a:t>
          </a:r>
          <a:endParaRPr lang="ko-KR" altLang="en-US" sz="18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184702" y="619689"/>
        <a:ext cx="2244708" cy="836333"/>
      </dsp:txXfrm>
    </dsp:sp>
    <dsp:sp modelId="{ECC38BB2-9AA2-4556-B2E8-1D77314AAFAB}">
      <dsp:nvSpPr>
        <dsp:cNvPr id="0" name=""/>
        <dsp:cNvSpPr/>
      </dsp:nvSpPr>
      <dsp:spPr>
        <a:xfrm>
          <a:off x="3790166" y="1482042"/>
          <a:ext cx="2516890" cy="229460"/>
        </a:xfrm>
        <a:custGeom>
          <a:avLst/>
          <a:gdLst/>
          <a:ahLst/>
          <a:cxnLst/>
          <a:rect l="0" t="0" r="0" b="0"/>
          <a:pathLst>
            <a:path>
              <a:moveTo>
                <a:pt x="2516890" y="0"/>
              </a:moveTo>
              <a:lnTo>
                <a:pt x="2516890" y="114730"/>
              </a:lnTo>
              <a:lnTo>
                <a:pt x="0" y="114730"/>
              </a:lnTo>
              <a:lnTo>
                <a:pt x="0" y="229460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BADC76-B2D7-4815-BDC0-F01D4B99A2B5}">
      <dsp:nvSpPr>
        <dsp:cNvPr id="0" name=""/>
        <dsp:cNvSpPr/>
      </dsp:nvSpPr>
      <dsp:spPr>
        <a:xfrm>
          <a:off x="3007051" y="1711502"/>
          <a:ext cx="1566228" cy="57365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600" kern="1200" dirty="0">
              <a:latin typeface="Arial" panose="020B0604020202020204" pitchFamily="34" charset="0"/>
              <a:cs typeface="Arial" panose="020B0604020202020204" pitchFamily="34" charset="0"/>
            </a:rPr>
            <a:t>Domain</a:t>
          </a:r>
          <a:endParaRPr lang="ko-KR" altLang="en-US" sz="1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023853" y="1728304"/>
        <a:ext cx="1532624" cy="540046"/>
      </dsp:txXfrm>
    </dsp:sp>
    <dsp:sp modelId="{F72A2AC6-2950-4C6D-A404-0EF38223E94A}">
      <dsp:nvSpPr>
        <dsp:cNvPr id="0" name=""/>
        <dsp:cNvSpPr/>
      </dsp:nvSpPr>
      <dsp:spPr>
        <a:xfrm>
          <a:off x="434312" y="2285152"/>
          <a:ext cx="3355853" cy="229460"/>
        </a:xfrm>
        <a:custGeom>
          <a:avLst/>
          <a:gdLst/>
          <a:ahLst/>
          <a:cxnLst/>
          <a:rect l="0" t="0" r="0" b="0"/>
          <a:pathLst>
            <a:path>
              <a:moveTo>
                <a:pt x="3355853" y="0"/>
              </a:moveTo>
              <a:lnTo>
                <a:pt x="3355853" y="114730"/>
              </a:lnTo>
              <a:lnTo>
                <a:pt x="0" y="114730"/>
              </a:lnTo>
              <a:lnTo>
                <a:pt x="0" y="229460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11A640-5001-4F66-A75D-EF933F366EAB}">
      <dsp:nvSpPr>
        <dsp:cNvPr id="0" name=""/>
        <dsp:cNvSpPr/>
      </dsp:nvSpPr>
      <dsp:spPr>
        <a:xfrm>
          <a:off x="4074" y="2514612"/>
          <a:ext cx="860475" cy="32229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 dirty="0">
              <a:latin typeface="Arial" panose="020B0604020202020204" pitchFamily="34" charset="0"/>
              <a:cs typeface="Arial" panose="020B0604020202020204" pitchFamily="34" charset="0"/>
            </a:rPr>
            <a:t>Auth</a:t>
          </a:r>
          <a:endParaRPr lang="ko-KR" altLang="en-US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3514" y="2524052"/>
        <a:ext cx="841595" cy="303413"/>
      </dsp:txXfrm>
    </dsp:sp>
    <dsp:sp modelId="{5C2D115D-6E8D-41C5-8FD2-09A30CA06145}">
      <dsp:nvSpPr>
        <dsp:cNvPr id="0" name=""/>
        <dsp:cNvSpPr/>
      </dsp:nvSpPr>
      <dsp:spPr>
        <a:xfrm>
          <a:off x="1552930" y="2285152"/>
          <a:ext cx="2237235" cy="229460"/>
        </a:xfrm>
        <a:custGeom>
          <a:avLst/>
          <a:gdLst/>
          <a:ahLst/>
          <a:cxnLst/>
          <a:rect l="0" t="0" r="0" b="0"/>
          <a:pathLst>
            <a:path>
              <a:moveTo>
                <a:pt x="2237235" y="0"/>
              </a:moveTo>
              <a:lnTo>
                <a:pt x="2237235" y="114730"/>
              </a:lnTo>
              <a:lnTo>
                <a:pt x="0" y="114730"/>
              </a:lnTo>
              <a:lnTo>
                <a:pt x="0" y="229460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D72D11-3310-4BB2-86C0-FAD9516CFEFA}">
      <dsp:nvSpPr>
        <dsp:cNvPr id="0" name=""/>
        <dsp:cNvSpPr/>
      </dsp:nvSpPr>
      <dsp:spPr>
        <a:xfrm>
          <a:off x="1122692" y="2514612"/>
          <a:ext cx="860475" cy="32229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 dirty="0">
              <a:latin typeface="Arial" panose="020B0604020202020204" pitchFamily="34" charset="0"/>
              <a:cs typeface="Arial" panose="020B0604020202020204" pitchFamily="34" charset="0"/>
            </a:rPr>
            <a:t>Book</a:t>
          </a:r>
          <a:endParaRPr lang="ko-KR" altLang="en-US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132132" y="2524052"/>
        <a:ext cx="841595" cy="303413"/>
      </dsp:txXfrm>
    </dsp:sp>
    <dsp:sp modelId="{D54DF775-D6D8-4F39-8697-2A02420A7BF7}">
      <dsp:nvSpPr>
        <dsp:cNvPr id="0" name=""/>
        <dsp:cNvSpPr/>
      </dsp:nvSpPr>
      <dsp:spPr>
        <a:xfrm>
          <a:off x="2671548" y="2285152"/>
          <a:ext cx="1118617" cy="229460"/>
        </a:xfrm>
        <a:custGeom>
          <a:avLst/>
          <a:gdLst/>
          <a:ahLst/>
          <a:cxnLst/>
          <a:rect l="0" t="0" r="0" b="0"/>
          <a:pathLst>
            <a:path>
              <a:moveTo>
                <a:pt x="1118617" y="0"/>
              </a:moveTo>
              <a:lnTo>
                <a:pt x="1118617" y="114730"/>
              </a:lnTo>
              <a:lnTo>
                <a:pt x="0" y="114730"/>
              </a:lnTo>
              <a:lnTo>
                <a:pt x="0" y="229460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C61730-88DD-461C-A034-B079A787D896}">
      <dsp:nvSpPr>
        <dsp:cNvPr id="0" name=""/>
        <dsp:cNvSpPr/>
      </dsp:nvSpPr>
      <dsp:spPr>
        <a:xfrm>
          <a:off x="2241310" y="2514612"/>
          <a:ext cx="860475" cy="32229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 dirty="0">
              <a:latin typeface="Arial" panose="020B0604020202020204" pitchFamily="34" charset="0"/>
              <a:cs typeface="Arial" panose="020B0604020202020204" pitchFamily="34" charset="0"/>
            </a:rPr>
            <a:t>Feed</a:t>
          </a:r>
          <a:endParaRPr lang="ko-KR" altLang="en-US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250750" y="2524052"/>
        <a:ext cx="841595" cy="303413"/>
      </dsp:txXfrm>
    </dsp:sp>
    <dsp:sp modelId="{7F1B7DA9-42A9-4FA8-8B3B-302C69723676}">
      <dsp:nvSpPr>
        <dsp:cNvPr id="0" name=""/>
        <dsp:cNvSpPr/>
      </dsp:nvSpPr>
      <dsp:spPr>
        <a:xfrm>
          <a:off x="3744446" y="2285152"/>
          <a:ext cx="91440" cy="22946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9460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0E795E-FC59-438B-ACE4-CC0C07FFDB0E}">
      <dsp:nvSpPr>
        <dsp:cNvPr id="0" name=""/>
        <dsp:cNvSpPr/>
      </dsp:nvSpPr>
      <dsp:spPr>
        <a:xfrm>
          <a:off x="3359928" y="2514612"/>
          <a:ext cx="860475" cy="32229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 dirty="0">
              <a:latin typeface="Arial" panose="020B0604020202020204" pitchFamily="34" charset="0"/>
              <a:cs typeface="Arial" panose="020B0604020202020204" pitchFamily="34" charset="0"/>
            </a:rPr>
            <a:t>Follow</a:t>
          </a:r>
          <a:endParaRPr lang="ko-KR" altLang="en-US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369368" y="2524052"/>
        <a:ext cx="841595" cy="303413"/>
      </dsp:txXfrm>
    </dsp:sp>
    <dsp:sp modelId="{A4E1B5A3-E19B-4E38-9B3D-8CE3B8FDB113}">
      <dsp:nvSpPr>
        <dsp:cNvPr id="0" name=""/>
        <dsp:cNvSpPr/>
      </dsp:nvSpPr>
      <dsp:spPr>
        <a:xfrm>
          <a:off x="3790166" y="2285152"/>
          <a:ext cx="1118617" cy="2294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4730"/>
              </a:lnTo>
              <a:lnTo>
                <a:pt x="1118617" y="114730"/>
              </a:lnTo>
              <a:lnTo>
                <a:pt x="1118617" y="229460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F4F9FD-94AB-4DFF-B19B-6B5DE09A9AE3}">
      <dsp:nvSpPr>
        <dsp:cNvPr id="0" name=""/>
        <dsp:cNvSpPr/>
      </dsp:nvSpPr>
      <dsp:spPr>
        <a:xfrm>
          <a:off x="4478546" y="2514612"/>
          <a:ext cx="860475" cy="32229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 dirty="0">
              <a:latin typeface="Arial" panose="020B0604020202020204" pitchFamily="34" charset="0"/>
              <a:cs typeface="Arial" panose="020B0604020202020204" pitchFamily="34" charset="0"/>
            </a:rPr>
            <a:t>Member</a:t>
          </a:r>
          <a:endParaRPr lang="ko-KR" altLang="en-US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487986" y="2524052"/>
        <a:ext cx="841595" cy="303413"/>
      </dsp:txXfrm>
    </dsp:sp>
    <dsp:sp modelId="{4AD60E0C-DE5A-47F9-A0DE-7D0A4B35119A}">
      <dsp:nvSpPr>
        <dsp:cNvPr id="0" name=""/>
        <dsp:cNvSpPr/>
      </dsp:nvSpPr>
      <dsp:spPr>
        <a:xfrm>
          <a:off x="3790166" y="2285152"/>
          <a:ext cx="2237235" cy="2294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4730"/>
              </a:lnTo>
              <a:lnTo>
                <a:pt x="2237235" y="114730"/>
              </a:lnTo>
              <a:lnTo>
                <a:pt x="2237235" y="229460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406DFF-12C8-4449-8718-660B4F9B48E7}">
      <dsp:nvSpPr>
        <dsp:cNvPr id="0" name=""/>
        <dsp:cNvSpPr/>
      </dsp:nvSpPr>
      <dsp:spPr>
        <a:xfrm>
          <a:off x="5597164" y="2514612"/>
          <a:ext cx="860475" cy="32229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 dirty="0">
              <a:latin typeface="Arial" panose="020B0604020202020204" pitchFamily="34" charset="0"/>
              <a:cs typeface="Arial" panose="020B0604020202020204" pitchFamily="34" charset="0"/>
            </a:rPr>
            <a:t>Notification</a:t>
          </a:r>
          <a:endParaRPr lang="ko-KR" altLang="en-US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606604" y="2524052"/>
        <a:ext cx="841595" cy="303413"/>
      </dsp:txXfrm>
    </dsp:sp>
    <dsp:sp modelId="{049857C4-D551-41E8-A950-EEDD09552AAA}">
      <dsp:nvSpPr>
        <dsp:cNvPr id="0" name=""/>
        <dsp:cNvSpPr/>
      </dsp:nvSpPr>
      <dsp:spPr>
        <a:xfrm>
          <a:off x="3790166" y="2285152"/>
          <a:ext cx="3355853" cy="2294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4730"/>
              </a:lnTo>
              <a:lnTo>
                <a:pt x="3355853" y="114730"/>
              </a:lnTo>
              <a:lnTo>
                <a:pt x="3355853" y="229460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39AACB-CE03-4CAA-B65D-4F0D0C3AA0FA}">
      <dsp:nvSpPr>
        <dsp:cNvPr id="0" name=""/>
        <dsp:cNvSpPr/>
      </dsp:nvSpPr>
      <dsp:spPr>
        <a:xfrm>
          <a:off x="6715782" y="2514612"/>
          <a:ext cx="860475" cy="32229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 dirty="0">
              <a:latin typeface="Arial" panose="020B0604020202020204" pitchFamily="34" charset="0"/>
              <a:cs typeface="Arial" panose="020B0604020202020204" pitchFamily="34" charset="0"/>
            </a:rPr>
            <a:t>Review</a:t>
          </a:r>
          <a:endParaRPr lang="ko-KR" altLang="en-US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725222" y="2524052"/>
        <a:ext cx="841595" cy="303413"/>
      </dsp:txXfrm>
    </dsp:sp>
    <dsp:sp modelId="{0C4905C9-E004-467F-81A6-62AC28526737}">
      <dsp:nvSpPr>
        <dsp:cNvPr id="0" name=""/>
        <dsp:cNvSpPr/>
      </dsp:nvSpPr>
      <dsp:spPr>
        <a:xfrm>
          <a:off x="6307056" y="1482042"/>
          <a:ext cx="2516890" cy="2294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4730"/>
              </a:lnTo>
              <a:lnTo>
                <a:pt x="2516890" y="114730"/>
              </a:lnTo>
              <a:lnTo>
                <a:pt x="2516890" y="229460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443DDC-AC5C-4D82-9459-6C4836579CB6}">
      <dsp:nvSpPr>
        <dsp:cNvPr id="0" name=""/>
        <dsp:cNvSpPr/>
      </dsp:nvSpPr>
      <dsp:spPr>
        <a:xfrm>
          <a:off x="8040832" y="1711502"/>
          <a:ext cx="1566228" cy="57365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600" kern="1200" dirty="0">
              <a:latin typeface="Arial" panose="020B0604020202020204" pitchFamily="34" charset="0"/>
              <a:cs typeface="Arial" panose="020B0604020202020204" pitchFamily="34" charset="0"/>
            </a:rPr>
            <a:t>Global</a:t>
          </a:r>
          <a:endParaRPr lang="ko-KR" altLang="en-US" sz="1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8057634" y="1728304"/>
        <a:ext cx="1532624" cy="540046"/>
      </dsp:txXfrm>
    </dsp:sp>
    <dsp:sp modelId="{8E81AB6C-BA57-4FFD-AA4E-9187C98A4AFC}">
      <dsp:nvSpPr>
        <dsp:cNvPr id="0" name=""/>
        <dsp:cNvSpPr/>
      </dsp:nvSpPr>
      <dsp:spPr>
        <a:xfrm>
          <a:off x="8264637" y="2285152"/>
          <a:ext cx="559308" cy="229460"/>
        </a:xfrm>
        <a:custGeom>
          <a:avLst/>
          <a:gdLst/>
          <a:ahLst/>
          <a:cxnLst/>
          <a:rect l="0" t="0" r="0" b="0"/>
          <a:pathLst>
            <a:path>
              <a:moveTo>
                <a:pt x="559308" y="0"/>
              </a:moveTo>
              <a:lnTo>
                <a:pt x="559308" y="114730"/>
              </a:lnTo>
              <a:lnTo>
                <a:pt x="0" y="114730"/>
              </a:lnTo>
              <a:lnTo>
                <a:pt x="0" y="229460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EFBA14-A1F5-45B8-B49B-2FF2F56DD4C2}">
      <dsp:nvSpPr>
        <dsp:cNvPr id="0" name=""/>
        <dsp:cNvSpPr/>
      </dsp:nvSpPr>
      <dsp:spPr>
        <a:xfrm>
          <a:off x="7834400" y="2514612"/>
          <a:ext cx="860475" cy="32229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 dirty="0">
              <a:latin typeface="Arial" panose="020B0604020202020204" pitchFamily="34" charset="0"/>
              <a:cs typeface="Arial" panose="020B0604020202020204" pitchFamily="34" charset="0"/>
            </a:rPr>
            <a:t>Common</a:t>
          </a:r>
          <a:endParaRPr lang="ko-KR" altLang="en-US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843840" y="2524052"/>
        <a:ext cx="841595" cy="303413"/>
      </dsp:txXfrm>
    </dsp:sp>
    <dsp:sp modelId="{898E31DA-AA63-4C54-B2EA-3945F16363E0}">
      <dsp:nvSpPr>
        <dsp:cNvPr id="0" name=""/>
        <dsp:cNvSpPr/>
      </dsp:nvSpPr>
      <dsp:spPr>
        <a:xfrm>
          <a:off x="8823946" y="2285152"/>
          <a:ext cx="559308" cy="2294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4730"/>
              </a:lnTo>
              <a:lnTo>
                <a:pt x="559308" y="114730"/>
              </a:lnTo>
              <a:lnTo>
                <a:pt x="559308" y="229460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A538B3-AF80-4F86-A463-68CA0A0A405C}">
      <dsp:nvSpPr>
        <dsp:cNvPr id="0" name=""/>
        <dsp:cNvSpPr/>
      </dsp:nvSpPr>
      <dsp:spPr>
        <a:xfrm>
          <a:off x="8953018" y="2514612"/>
          <a:ext cx="860475" cy="32229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100" kern="1200" dirty="0">
              <a:latin typeface="Arial" panose="020B0604020202020204" pitchFamily="34" charset="0"/>
              <a:cs typeface="Arial" panose="020B0604020202020204" pitchFamily="34" charset="0"/>
            </a:rPr>
            <a:t>Config</a:t>
          </a:r>
          <a:endParaRPr lang="ko-KR" altLang="en-US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8962458" y="2524052"/>
        <a:ext cx="841595" cy="3034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A69112-37C5-4FE3-B4CD-5F61A4A265CF}">
      <dsp:nvSpPr>
        <dsp:cNvPr id="0" name=""/>
        <dsp:cNvSpPr/>
      </dsp:nvSpPr>
      <dsp:spPr>
        <a:xfrm>
          <a:off x="0" y="78077"/>
          <a:ext cx="2265610" cy="9709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WEEK1</a:t>
          </a:r>
          <a:endParaRPr lang="ko-KR" alt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8437" y="106514"/>
        <a:ext cx="963326" cy="914038"/>
      </dsp:txXfrm>
    </dsp:sp>
    <dsp:sp modelId="{A75FCD0F-4521-45AE-92D7-6390F40E614E}">
      <dsp:nvSpPr>
        <dsp:cNvPr id="0" name=""/>
        <dsp:cNvSpPr/>
      </dsp:nvSpPr>
      <dsp:spPr>
        <a:xfrm>
          <a:off x="189744" y="1410066"/>
          <a:ext cx="2265610" cy="9709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WEEK 2</a:t>
          </a:r>
          <a:endParaRPr lang="ko-KR" alt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18181" y="1438503"/>
        <a:ext cx="1286397" cy="914038"/>
      </dsp:txXfrm>
    </dsp:sp>
    <dsp:sp modelId="{1437F41E-C0FA-4063-A4F9-8A1C1D30E8AF}">
      <dsp:nvSpPr>
        <dsp:cNvPr id="0" name=""/>
        <dsp:cNvSpPr/>
      </dsp:nvSpPr>
      <dsp:spPr>
        <a:xfrm>
          <a:off x="376657" y="2742055"/>
          <a:ext cx="2265610" cy="9709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WEEK 3</a:t>
          </a:r>
          <a:endParaRPr lang="ko-KR" alt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05094" y="2770492"/>
        <a:ext cx="1289229" cy="914038"/>
      </dsp:txXfrm>
    </dsp:sp>
    <dsp:sp modelId="{5B46D253-67A8-415C-B87C-8551356DED62}">
      <dsp:nvSpPr>
        <dsp:cNvPr id="0" name=""/>
        <dsp:cNvSpPr/>
      </dsp:nvSpPr>
      <dsp:spPr>
        <a:xfrm>
          <a:off x="566402" y="4074044"/>
          <a:ext cx="2265610" cy="9709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WEEK 4</a:t>
          </a:r>
          <a:endParaRPr lang="ko-KR" alt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94839" y="4102481"/>
        <a:ext cx="1286397" cy="914038"/>
      </dsp:txXfrm>
    </dsp:sp>
    <dsp:sp modelId="{6BD054BF-1498-4FE3-B64D-E740A0B43C58}">
      <dsp:nvSpPr>
        <dsp:cNvPr id="0" name=""/>
        <dsp:cNvSpPr/>
      </dsp:nvSpPr>
      <dsp:spPr>
        <a:xfrm>
          <a:off x="1533016" y="863231"/>
          <a:ext cx="732593" cy="73259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2400" kern="1200"/>
        </a:p>
      </dsp:txBody>
      <dsp:txXfrm>
        <a:off x="1697849" y="863231"/>
        <a:ext cx="402927" cy="551276"/>
      </dsp:txXfrm>
    </dsp:sp>
    <dsp:sp modelId="{497551D1-FA42-4186-9373-7EAA776E54A8}">
      <dsp:nvSpPr>
        <dsp:cNvPr id="0" name=""/>
        <dsp:cNvSpPr/>
      </dsp:nvSpPr>
      <dsp:spPr>
        <a:xfrm>
          <a:off x="1722761" y="2195220"/>
          <a:ext cx="732593" cy="73259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2400" kern="1200"/>
        </a:p>
      </dsp:txBody>
      <dsp:txXfrm>
        <a:off x="1887594" y="2195220"/>
        <a:ext cx="402927" cy="551276"/>
      </dsp:txXfrm>
    </dsp:sp>
    <dsp:sp modelId="{C2ADD6CE-BC59-4F60-A3D8-E299CBA071A9}">
      <dsp:nvSpPr>
        <dsp:cNvPr id="0" name=""/>
        <dsp:cNvSpPr/>
      </dsp:nvSpPr>
      <dsp:spPr>
        <a:xfrm>
          <a:off x="1909674" y="3527208"/>
          <a:ext cx="732593" cy="73259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2400" kern="1200"/>
        </a:p>
      </dsp:txBody>
      <dsp:txXfrm>
        <a:off x="2074507" y="3527208"/>
        <a:ext cx="402927" cy="5512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0A354A-E873-944F-D206-1F6EBB1FB1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42F1939-E84C-22D7-A256-45B5FABE9C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E6EB52-D337-22B6-7D61-60A2543D1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B8160-93AE-4379-838C-944ED11C6619}" type="datetimeFigureOut">
              <a:rPr lang="ko-KR" altLang="en-US" smtClean="0"/>
              <a:t>03-17(Mon)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E84308-A0DD-E122-C2DB-96208FBEF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DB99E7-813D-30BD-EE2B-DE223E2C5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D4AF-BAF1-4C52-A9DA-0229A3AB1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0074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A12DB5-7874-9659-7693-2A566C4B1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26A46B-46B5-04B2-8B9A-2EB3AB174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DCE07D-4882-4A75-E79F-3C8159A19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B8160-93AE-4379-838C-944ED11C6619}" type="datetimeFigureOut">
              <a:rPr lang="ko-KR" altLang="en-US" smtClean="0"/>
              <a:t>03-17(Mon)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3C281A-185D-6809-C273-EE281A2F5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7F5402-A6E7-FF4D-93DA-97EAE7D1C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D4AF-BAF1-4C52-A9DA-0229A3AB1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9312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F52AA1-2AFD-C49F-27C7-EA6C90167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C9974A-8B27-FF53-AFC6-B2D966B7C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932F7A-7D8C-7B16-A26E-F549694DB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B8160-93AE-4379-838C-944ED11C6619}" type="datetimeFigureOut">
              <a:rPr lang="ko-KR" altLang="en-US" smtClean="0"/>
              <a:t>03-17(Mon)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E79E41-319B-D9BC-87F5-11056D15D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84D8FD-529C-212B-0267-474D096FD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D4AF-BAF1-4C52-A9DA-0229A3AB1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0645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5F1F8E-B178-56DA-2E29-3545C1655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372D07-ECF8-7E7C-FF8B-EAD3605A6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6614F4A-B12B-B194-1D78-8A02990E8C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BF74644-CB09-29EE-CAC9-84D845303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B8160-93AE-4379-838C-944ED11C6619}" type="datetimeFigureOut">
              <a:rPr lang="ko-KR" altLang="en-US" smtClean="0"/>
              <a:t>03-17(Mon)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CBDD3C5-F1CC-36F8-3A4B-34D705A53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E0CE9ED-C0C0-2606-2EDC-E0245C2CE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D4AF-BAF1-4C52-A9DA-0229A3AB1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7972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B9E731-16DC-E320-ACE1-8308B889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80119D-1192-BEFA-FB50-C802B6A96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7820164-3CD3-3801-A0F7-597736AAFD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78931CE-7D48-1AD1-315D-95EBA2FB04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7EF727D-58BB-34E2-83B5-6EA8684206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7D59549-FD17-D95A-C6B6-768B2C100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B8160-93AE-4379-838C-944ED11C6619}" type="datetimeFigureOut">
              <a:rPr lang="ko-KR" altLang="en-US" smtClean="0"/>
              <a:t>03-17(Mon)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6978C08-B78F-8CFF-D5FD-824E82381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21E6D10-2D49-662C-F8D9-AA7E2DCF9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D4AF-BAF1-4C52-A9DA-0229A3AB1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178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8C1149-E242-E851-4B9A-58A71E345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2CCEE46-10C2-B987-F93A-ABE69B408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B8160-93AE-4379-838C-944ED11C6619}" type="datetimeFigureOut">
              <a:rPr lang="ko-KR" altLang="en-US" smtClean="0"/>
              <a:t>03-17(Mon)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3B5BE24-410C-319C-5885-0FD6E88D6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9E3DF4C-38DE-CB0E-A167-EEA2718A0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D4AF-BAF1-4C52-A9DA-0229A3AB1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78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6A47B82-0D0F-CD78-0BDE-AF7863FC0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B8160-93AE-4379-838C-944ED11C6619}" type="datetimeFigureOut">
              <a:rPr lang="ko-KR" altLang="en-US" smtClean="0"/>
              <a:t>03-17(Mon)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DF76CDF-098F-57E1-AFD0-E83BDCF7D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788255-0F67-B10B-A8B2-FEC52F598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D4AF-BAF1-4C52-A9DA-0229A3AB1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1912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3D1707-93D7-37FF-75DF-6D24DAE07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26919C-D3B8-0CF0-CE76-A3E7C6AAE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B358D-AB96-1D92-9FC0-D2E2630B0D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586482E-C8C2-F5A1-F86B-9B7DF80BA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B8160-93AE-4379-838C-944ED11C6619}" type="datetimeFigureOut">
              <a:rPr lang="ko-KR" altLang="en-US" smtClean="0"/>
              <a:t>03-17(Mon)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A13C903-E889-06D1-2596-87453C095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3FE40A8-F447-31BC-0AB5-71650311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D4AF-BAF1-4C52-A9DA-0229A3AB1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8103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B7870A-D12C-0A49-EC1E-6E02B68FD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5375EBC-B968-3786-F7FE-707453B6D4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536BA06-2C94-6FC4-7144-65D42D65DF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EAA3811-9738-6F0E-3067-CB676AB35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B8160-93AE-4379-838C-944ED11C6619}" type="datetimeFigureOut">
              <a:rPr lang="ko-KR" altLang="en-US" smtClean="0"/>
              <a:t>03-17(Mon)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2B1A0A-65A1-A8B7-2F5B-8FC13EE7C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0C9840-7949-C831-2DFF-36926BD37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D4AF-BAF1-4C52-A9DA-0229A3AB1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5159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62C52A-AC53-B199-C836-B110B5918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A5D285F-D199-3567-21B2-820F19D2C2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7B5B8C-15BD-3EC6-3709-1B6CA510A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B8160-93AE-4379-838C-944ED11C6619}" type="datetimeFigureOut">
              <a:rPr lang="ko-KR" altLang="en-US" smtClean="0"/>
              <a:t>03-17(Mon)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A3DDEC-756B-3B65-FF90-53E637B32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45F2E9-3EEF-D2F9-9E09-4C89A07E5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D4AF-BAF1-4C52-A9DA-0229A3AB1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4868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16AC42A-2B48-0696-5A95-482C5C8646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2A3D7E5-1504-5E18-48FC-9153123BD1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FAB1A0-30B4-A6D0-3E5B-A1CDB524A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B8160-93AE-4379-838C-944ED11C6619}" type="datetimeFigureOut">
              <a:rPr lang="ko-KR" altLang="en-US" smtClean="0"/>
              <a:t>03-17(Mon)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6A82F2-0470-FD27-DEC5-C7756B270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AD8C38-DFDE-1583-E179-3B9C6244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BD4AF-BAF1-4C52-A9DA-0229A3AB1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6984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EFE3210-46D3-C4EE-F43F-754947CD7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40A2F9D-61EF-9E04-17F3-F3F9F3CACC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26A4E0-9672-FEAE-813A-686144B1EF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2B8160-93AE-4379-838C-944ED11C6619}" type="datetimeFigureOut">
              <a:rPr lang="ko-KR" altLang="en-US" smtClean="0"/>
              <a:t>03-17(Mon)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D87437-0A01-02A8-3CFF-5E97C5DF68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B279C2-DBB2-F79B-CC5A-A16B824333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1BD4AF-BAF1-4C52-A9DA-0229A3AB13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6420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03D03281-3E33-2847-3C89-D22B399A4C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9951E20-B50B-9500-9AA6-B38688A3B1A7}"/>
              </a:ext>
            </a:extLst>
          </p:cNvPr>
          <p:cNvSpPr/>
          <p:nvPr/>
        </p:nvSpPr>
        <p:spPr>
          <a:xfrm>
            <a:off x="1504950" y="1474469"/>
            <a:ext cx="9182100" cy="3909061"/>
          </a:xfrm>
          <a:prstGeom prst="round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BF811C-B51E-190C-3E1C-3C76F5A326B2}"/>
              </a:ext>
            </a:extLst>
          </p:cNvPr>
          <p:cNvSpPr txBox="1"/>
          <p:nvPr/>
        </p:nvSpPr>
        <p:spPr>
          <a:xfrm>
            <a:off x="1645920" y="2552822"/>
            <a:ext cx="91821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200" dirty="0">
                <a:latin typeface="Elephant" panose="02020904090505020303" pitchFamily="18" charset="0"/>
              </a:rPr>
              <a:t>READ N SHARE</a:t>
            </a:r>
            <a:endParaRPr lang="ko-KR" altLang="en-US" sz="7200" dirty="0">
              <a:latin typeface="Elephant" panose="020209040905050203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BCA40F-3F76-C871-7ED6-463234B23D68}"/>
              </a:ext>
            </a:extLst>
          </p:cNvPr>
          <p:cNvSpPr txBox="1"/>
          <p:nvPr/>
        </p:nvSpPr>
        <p:spPr>
          <a:xfrm>
            <a:off x="1504950" y="3943496"/>
            <a:ext cx="9182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선택과 집중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994616-9702-48FB-C762-E9A1D747F9C5}"/>
              </a:ext>
            </a:extLst>
          </p:cNvPr>
          <p:cNvSpPr txBox="1"/>
          <p:nvPr/>
        </p:nvSpPr>
        <p:spPr>
          <a:xfrm>
            <a:off x="1504950" y="4664080"/>
            <a:ext cx="9182100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1000" dirty="0">
                <a:latin typeface="마루 부리 가는" panose="020B0600000101010101" pitchFamily="50" charset="-127"/>
                <a:ea typeface="마루 부리 가는" panose="020B0600000101010101" pitchFamily="50" charset="-127"/>
              </a:rPr>
              <a:t>박성근</a:t>
            </a:r>
            <a:r>
              <a:rPr lang="en-US" altLang="ko-KR" sz="1000" dirty="0">
                <a:latin typeface="마루 부리 가는" panose="020B0600000101010101" pitchFamily="50" charset="-127"/>
                <a:ea typeface="마루 부리 가는" panose="020B0600000101010101" pitchFamily="50" charset="-127"/>
              </a:rPr>
              <a:t>	</a:t>
            </a:r>
            <a:r>
              <a:rPr lang="ko-KR" altLang="en-US" sz="1000" dirty="0">
                <a:latin typeface="마루 부리 가는" panose="020B0600000101010101" pitchFamily="50" charset="-127"/>
                <a:ea typeface="마루 부리 가는" panose="020B0600000101010101" pitchFamily="50" charset="-127"/>
              </a:rPr>
              <a:t>김두희</a:t>
            </a:r>
            <a:r>
              <a:rPr lang="en-US" altLang="ko-KR" sz="1000" dirty="0">
                <a:latin typeface="마루 부리 가는" panose="020B0600000101010101" pitchFamily="50" charset="-127"/>
                <a:ea typeface="마루 부리 가는" panose="020B0600000101010101" pitchFamily="50" charset="-127"/>
              </a:rPr>
              <a:t>	</a:t>
            </a:r>
            <a:r>
              <a:rPr lang="ko-KR" altLang="en-US" sz="1000" dirty="0">
                <a:latin typeface="마루 부리 가는" panose="020B0600000101010101" pitchFamily="50" charset="-127"/>
                <a:ea typeface="마루 부리 가는" panose="020B0600000101010101" pitchFamily="50" charset="-127"/>
              </a:rPr>
              <a:t>김민준</a:t>
            </a:r>
            <a:r>
              <a:rPr lang="en-US" altLang="ko-KR" sz="1000" dirty="0">
                <a:latin typeface="마루 부리 가는" panose="020B0600000101010101" pitchFamily="50" charset="-127"/>
                <a:ea typeface="마루 부리 가는" panose="020B0600000101010101" pitchFamily="50" charset="-127"/>
              </a:rPr>
              <a:t>	</a:t>
            </a:r>
            <a:r>
              <a:rPr lang="ko-KR" altLang="en-US" sz="1000" dirty="0">
                <a:latin typeface="마루 부리 가는" panose="020B0600000101010101" pitchFamily="50" charset="-127"/>
                <a:ea typeface="마루 부리 가는" panose="020B0600000101010101" pitchFamily="50" charset="-127"/>
              </a:rPr>
              <a:t>전준영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0C79A7-D69E-E25A-23F1-BAF96364B0DA}"/>
              </a:ext>
            </a:extLst>
          </p:cNvPr>
          <p:cNvSpPr txBox="1"/>
          <p:nvPr/>
        </p:nvSpPr>
        <p:spPr>
          <a:xfrm>
            <a:off x="1504950" y="2192896"/>
            <a:ext cx="9182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Arial Black" panose="020B0A04020102020204" pitchFamily="34" charset="0"/>
                <a:ea typeface="마루 부리 굵은" panose="020B0600000101010101" pitchFamily="50" charset="-127"/>
              </a:rPr>
              <a:t>Kakao X </a:t>
            </a:r>
            <a:r>
              <a:rPr lang="en-US" altLang="ko-KR" sz="1600" dirty="0" err="1">
                <a:latin typeface="Arial Black" panose="020B0A04020102020204" pitchFamily="34" charset="0"/>
                <a:ea typeface="마루 부리 굵은" panose="020B0600000101010101" pitchFamily="50" charset="-127"/>
              </a:rPr>
              <a:t>goorm</a:t>
            </a:r>
            <a:r>
              <a:rPr lang="en-US" altLang="ko-KR" sz="1600" dirty="0">
                <a:latin typeface="Arial Black" panose="020B0A04020102020204" pitchFamily="34" charset="0"/>
                <a:ea typeface="마루 부리 굵은" panose="020B0600000101010101" pitchFamily="50" charset="-127"/>
              </a:rPr>
              <a:t> DEEP DIVE Project</a:t>
            </a:r>
            <a:endParaRPr lang="ko-KR" altLang="en-US" sz="1600" dirty="0">
              <a:latin typeface="Arial Black" panose="020B0A04020102020204" pitchFamily="34" charset="0"/>
              <a:ea typeface="마루 부리 굵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087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6A3A51-F4B4-F3AD-BCB5-544E44C0E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47730"/>
            <a:ext cx="8986871" cy="55369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b="1" dirty="0" err="1"/>
              <a:t>ReadNShare</a:t>
            </a:r>
            <a:endParaRPr lang="en-US" altLang="ko-KR" sz="11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200" dirty="0"/>
              <a:t>많은 독서 애호가들이 독서 경험을 공유하고 의견을 나누고 싶어하는데 이를 위한 플랫폼이 부족하다는 </a:t>
            </a:r>
            <a:r>
              <a:rPr lang="ko-KR" altLang="en-US" sz="1200" dirty="0" err="1"/>
              <a:t>분석하에</a:t>
            </a:r>
            <a:r>
              <a:rPr lang="ko-KR" altLang="en-US" sz="1200" dirty="0"/>
              <a:t> 개발된 </a:t>
            </a:r>
            <a:br>
              <a:rPr lang="en-US" altLang="ko-KR" sz="1200" dirty="0"/>
            </a:br>
            <a:r>
              <a:rPr lang="ko-KR" altLang="en-US" sz="1200" dirty="0"/>
              <a:t>독서 경험 공유 플랫폼으로</a:t>
            </a:r>
            <a:r>
              <a:rPr lang="en-US" altLang="ko-KR" sz="1200" dirty="0"/>
              <a:t>, </a:t>
            </a:r>
            <a:r>
              <a:rPr lang="ko-KR" altLang="en-US" sz="1200" dirty="0"/>
              <a:t>커뮤니티를 구축하여 사용자들이 서로의 독서 경험을 나누고 소통하는 공간을 제공하는 것을 </a:t>
            </a:r>
            <a:br>
              <a:rPr lang="en-US" altLang="ko-KR" sz="1200" dirty="0"/>
            </a:br>
            <a:r>
              <a:rPr lang="ko-KR" altLang="en-US" sz="1200" dirty="0"/>
              <a:t>목표로 한다</a:t>
            </a:r>
            <a:r>
              <a:rPr lang="en-US" altLang="ko-KR" sz="12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200" dirty="0"/>
              <a:t>사용자는 회원 가입 후 독서 기록을 작성하고 </a:t>
            </a:r>
            <a:r>
              <a:rPr lang="ko-KR" altLang="en-US" sz="1200" dirty="0" err="1"/>
              <a:t>팔로우하는</a:t>
            </a:r>
            <a:r>
              <a:rPr lang="ko-KR" altLang="en-US" sz="1200" dirty="0"/>
              <a:t> 다른 사용자의 기록을 조회할 수 있다</a:t>
            </a:r>
            <a:r>
              <a:rPr lang="en-US" altLang="ko-KR" sz="1200" dirty="0"/>
              <a:t>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200" dirty="0"/>
              <a:t>특정 사용자에 대한 </a:t>
            </a:r>
            <a:r>
              <a:rPr lang="ko-KR" altLang="en-US" sz="1200" dirty="0" err="1"/>
              <a:t>팔로우</a:t>
            </a:r>
            <a:r>
              <a:rPr lang="en-US" altLang="ko-KR" sz="1200" dirty="0"/>
              <a:t> </a:t>
            </a:r>
            <a:r>
              <a:rPr lang="ko-KR" altLang="en-US" sz="1200" dirty="0"/>
              <a:t>및 </a:t>
            </a:r>
            <a:r>
              <a:rPr lang="ko-KR" altLang="en-US" sz="1200" dirty="0" err="1"/>
              <a:t>언팔로우가</a:t>
            </a:r>
            <a:r>
              <a:rPr lang="ko-KR" altLang="en-US" sz="1200" dirty="0"/>
              <a:t> 가능하며 누군가가 </a:t>
            </a:r>
            <a:r>
              <a:rPr lang="ko-KR" altLang="en-US" sz="1200" dirty="0" err="1"/>
              <a:t>팔로우하는</a:t>
            </a:r>
            <a:r>
              <a:rPr lang="ko-KR" altLang="en-US" sz="1200" dirty="0"/>
              <a:t> 경우 알림을 받을 수 있다</a:t>
            </a:r>
            <a:r>
              <a:rPr lang="en-US" altLang="ko-KR" sz="12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200" dirty="0"/>
              <a:t>https://github.com/f-lab-edu/ReadNShare</a:t>
            </a:r>
          </a:p>
          <a:p>
            <a:pPr marL="0" indent="0">
              <a:buNone/>
            </a:pPr>
            <a:endParaRPr lang="en-US" altLang="ko-KR" sz="1200" dirty="0"/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선택과 집중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팀 </a:t>
            </a:r>
            <a:r>
              <a:rPr lang="en-US" altLang="ko-KR" sz="12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&lt;</a:t>
            </a:r>
            <a:r>
              <a:rPr lang="ko-KR" altLang="en-US" sz="12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선택과 집중</a:t>
            </a:r>
            <a:r>
              <a:rPr lang="en-US" altLang="ko-KR" sz="12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&gt;</a:t>
            </a:r>
            <a:r>
              <a:rPr lang="ko-KR" altLang="en-US" sz="12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은 </a:t>
            </a:r>
            <a:r>
              <a:rPr lang="en-US" altLang="ko-KR" sz="1200" dirty="0" err="1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ReadNShare</a:t>
            </a:r>
            <a:r>
              <a:rPr lang="ko-KR" altLang="en-US" sz="12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 프로젝트를 선정하여</a:t>
            </a:r>
            <a:r>
              <a:rPr lang="en-US" altLang="ko-KR" sz="12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해당 프로젝트의 목적은 보존하면서 </a:t>
            </a:r>
            <a:br>
              <a:rPr lang="en-US" altLang="ko-KR" sz="12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</a:br>
            <a:r>
              <a:rPr lang="ko-KR" altLang="en-US" sz="12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성능적인 면과 기능적인</a:t>
            </a:r>
            <a:r>
              <a:rPr lang="en-US" altLang="ko-KR" sz="12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면에서 더욱 완성도 있는 소프트웨어가 될 수 있도록 개발을 계획하였다</a:t>
            </a:r>
            <a:r>
              <a:rPr lang="en-US" altLang="ko-KR" sz="12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2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그 과정에서 발생할 수 있는 문제점들을 분석하고 해결하며 그 모든 과정을 기록하여 </a:t>
            </a:r>
            <a:br>
              <a:rPr lang="en-US" altLang="ko-KR" sz="12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</a:br>
            <a:r>
              <a:rPr lang="ko-KR" altLang="en-US" sz="12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팀원 개개인의 기량을 향상시키는 것을 목표로 한다</a:t>
            </a:r>
            <a:r>
              <a:rPr lang="en-US" altLang="ko-KR" sz="12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sz="12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https://github.com/sun-zip/read-and-share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ko-KR" altLang="en-US" sz="1200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6ECD5814-CF68-3373-C71B-E506F0A98D2E}"/>
              </a:ext>
            </a:extLst>
          </p:cNvPr>
          <p:cNvSpPr txBox="1">
            <a:spLocks/>
          </p:cNvSpPr>
          <p:nvPr/>
        </p:nvSpPr>
        <p:spPr>
          <a:xfrm>
            <a:off x="838200" y="173289"/>
            <a:ext cx="10515600" cy="700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0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프로젝트 소개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0CE3BCA-CC09-EC16-632C-2E47A8DBEEAE}"/>
              </a:ext>
            </a:extLst>
          </p:cNvPr>
          <p:cNvCxnSpPr/>
          <p:nvPr/>
        </p:nvCxnSpPr>
        <p:spPr>
          <a:xfrm>
            <a:off x="0" y="880533"/>
            <a:ext cx="12192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2690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F47DB7-5D57-BB22-8DAA-CF879BA9A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9172"/>
            <a:ext cx="9023773" cy="3633681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ko-KR" sz="140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  <a:cs typeface="Arial Unicode MS"/>
              </a:rPr>
              <a:t>개인의</a:t>
            </a:r>
            <a:r>
              <a:rPr lang="en-US" altLang="ko-KR" sz="140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  <a:cs typeface="Arial Unicode MS"/>
              </a:rPr>
              <a:t> </a:t>
            </a:r>
            <a:r>
              <a:rPr lang="ko-KR" altLang="en-US" sz="140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  <a:cs typeface="Arial Unicode MS"/>
              </a:rPr>
              <a:t>독서 </a:t>
            </a:r>
            <a:r>
              <a:rPr lang="ko-KR" altLang="ko-KR" sz="140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  <a:cs typeface="Arial Unicode MS"/>
              </a:rPr>
              <a:t>기록과 </a:t>
            </a:r>
            <a:r>
              <a:rPr lang="ko-KR" altLang="ko-KR" sz="1400" dirty="0" err="1">
                <a:effectLst/>
                <a:latin typeface="나눔고딕" panose="020D0604000000000000" pitchFamily="50" charset="-127"/>
                <a:ea typeface="나눔고딕" panose="020D0604000000000000" pitchFamily="50" charset="-127"/>
                <a:cs typeface="Arial Unicode MS"/>
              </a:rPr>
              <a:t>SNS의</a:t>
            </a:r>
            <a:r>
              <a:rPr lang="ko-KR" altLang="ko-KR" sz="140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  <a:cs typeface="Arial Unicode MS"/>
              </a:rPr>
              <a:t> 커뮤니케이션 기능을 접목한 프로젝트로, 구조 설계 실습에 적합한 기능</a:t>
            </a:r>
            <a:endParaRPr lang="ko-KR" altLang="ko-KR" sz="1400" dirty="0">
              <a:effectLst/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ko-KR" altLang="ko-KR" sz="140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  <a:cs typeface="Arial Unicode MS"/>
              </a:rPr>
              <a:t>서비스 특성상 다양한 사용자 간 상호작용(</a:t>
            </a:r>
            <a:r>
              <a:rPr lang="ko-KR" altLang="ko-KR" sz="1400" dirty="0" err="1">
                <a:effectLst/>
                <a:latin typeface="나눔고딕" panose="020D0604000000000000" pitchFamily="50" charset="-127"/>
                <a:ea typeface="나눔고딕" panose="020D0604000000000000" pitchFamily="50" charset="-127"/>
                <a:cs typeface="Arial Unicode MS"/>
              </a:rPr>
              <a:t>팔로우</a:t>
            </a:r>
            <a:r>
              <a:rPr lang="ko-KR" altLang="ko-KR" sz="140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  <a:cs typeface="Arial Unicode MS"/>
              </a:rPr>
              <a:t>, </a:t>
            </a:r>
            <a:r>
              <a:rPr lang="ko-KR" altLang="ko-KR" sz="1400" dirty="0" err="1">
                <a:effectLst/>
                <a:latin typeface="나눔고딕" panose="020D0604000000000000" pitchFamily="50" charset="-127"/>
                <a:ea typeface="나눔고딕" panose="020D0604000000000000" pitchFamily="50" charset="-127"/>
                <a:cs typeface="Arial Unicode MS"/>
              </a:rPr>
              <a:t>언팔로우</a:t>
            </a:r>
            <a:r>
              <a:rPr lang="ko-KR" altLang="ko-KR" sz="140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  <a:cs typeface="Arial Unicode MS"/>
              </a:rPr>
              <a:t>, 알림 등)이 발생하므로, </a:t>
            </a:r>
            <a:br>
              <a:rPr lang="en-US" altLang="ko-KR" sz="140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  <a:cs typeface="Arial Unicode MS"/>
              </a:rPr>
            </a:br>
            <a:r>
              <a:rPr lang="ko-KR" altLang="ko-KR" sz="140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  <a:cs typeface="Arial Unicode MS"/>
              </a:rPr>
              <a:t>복합적인 로직에서 발생할 수 있는 여러 에러와 버그 상황을 효과적으로 경험하고 학습할 수 있음</a:t>
            </a:r>
            <a:endParaRPr lang="ko-KR" altLang="ko-KR" sz="1400" dirty="0">
              <a:effectLst/>
              <a:latin typeface="나눔고딕" panose="020D0604000000000000" pitchFamily="50" charset="-127"/>
              <a:ea typeface="나눔고딕" panose="020D0604000000000000" pitchFamily="50" charset="-127"/>
              <a:cs typeface="Noto Sans Symbols"/>
            </a:endParaRPr>
          </a:p>
          <a:p>
            <a:pPr lv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ko-KR" altLang="ko-KR" sz="140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  <a:cs typeface="Arial Unicode MS"/>
              </a:rPr>
              <a:t>이 프로젝트는 회원 관리, 독서 기록 관리, </a:t>
            </a:r>
            <a:r>
              <a:rPr lang="ko-KR" altLang="ko-KR" sz="1400" dirty="0" err="1">
                <a:effectLst/>
                <a:latin typeface="나눔고딕" panose="020D0604000000000000" pitchFamily="50" charset="-127"/>
                <a:ea typeface="나눔고딕" panose="020D0604000000000000" pitchFamily="50" charset="-127"/>
                <a:cs typeface="Arial Unicode MS"/>
              </a:rPr>
              <a:t>팔로우</a:t>
            </a:r>
            <a:r>
              <a:rPr lang="ko-KR" altLang="ko-KR" sz="140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  <a:cs typeface="Arial Unicode MS"/>
              </a:rPr>
              <a:t> 및 알림 시스템 등 핵심적인 </a:t>
            </a:r>
            <a:r>
              <a:rPr lang="ko-KR" altLang="ko-KR" sz="1400" dirty="0" err="1">
                <a:effectLst/>
                <a:latin typeface="나눔고딕" panose="020D0604000000000000" pitchFamily="50" charset="-127"/>
                <a:ea typeface="나눔고딕" panose="020D0604000000000000" pitchFamily="50" charset="-127"/>
                <a:cs typeface="Arial Unicode MS"/>
              </a:rPr>
              <a:t>백엔드</a:t>
            </a:r>
            <a:r>
              <a:rPr lang="ko-KR" altLang="ko-KR" sz="140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  <a:cs typeface="Arial Unicode MS"/>
              </a:rPr>
              <a:t> 기능을 </a:t>
            </a:r>
            <a:br>
              <a:rPr lang="en-US" altLang="ko-KR" sz="140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  <a:cs typeface="Arial Unicode MS"/>
              </a:rPr>
            </a:br>
            <a:r>
              <a:rPr lang="ko-KR" altLang="ko-KR" sz="140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  <a:cs typeface="Arial Unicode MS"/>
              </a:rPr>
              <a:t>포괄적으로 포함하고 있어 객체지향 설계 및 안정적이고 확장 가능한 서비스 구현 능력을 기르기에 매우 적합</a:t>
            </a:r>
            <a:endParaRPr lang="ko-KR" altLang="ko-KR" sz="1400" dirty="0">
              <a:effectLst/>
              <a:latin typeface="나눔고딕" panose="020D0604000000000000" pitchFamily="50" charset="-127"/>
              <a:ea typeface="나눔고딕" panose="020D0604000000000000" pitchFamily="50" charset="-127"/>
              <a:cs typeface="Noto Sans Symbols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ko-KR" sz="140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  <a:cs typeface="Arial Unicode MS"/>
              </a:rPr>
              <a:t>이 프로젝트는 실제 서비스 배포를 가정하여 테스트 코드 작성, API 문서화 및 CI/CD 자동화 프로세스 구축까지 고려</a:t>
            </a:r>
            <a:endParaRPr lang="en-US" altLang="ko-KR" sz="1400" dirty="0">
              <a:effectLst/>
              <a:latin typeface="나눔고딕" panose="020D0604000000000000" pitchFamily="50" charset="-127"/>
              <a:ea typeface="나눔고딕" panose="020D0604000000000000" pitchFamily="50" charset="-127"/>
              <a:cs typeface="Arial Unicode MS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ko-KR" sz="1400" dirty="0">
                <a:effectLst/>
                <a:latin typeface="나눔고딕" panose="020D0604000000000000" pitchFamily="50" charset="-127"/>
                <a:ea typeface="나눔고딕" panose="020D0604000000000000" pitchFamily="50" charset="-127"/>
                <a:cs typeface="Arial Unicode MS"/>
              </a:rPr>
              <a:t>독서에 대한 장려로 사회에 긍정적인 영향을 기대할 수 있음</a:t>
            </a:r>
            <a:endParaRPr lang="ko-KR" altLang="ko-KR" sz="1400" dirty="0">
              <a:effectLst/>
              <a:latin typeface="나눔고딕" panose="020D0604000000000000" pitchFamily="50" charset="-127"/>
              <a:ea typeface="나눔고딕" panose="020D0604000000000000" pitchFamily="50" charset="-127"/>
              <a:cs typeface="Noto Sans Symbols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EC20274C-3AED-5AE9-90D5-092AA782F354}"/>
              </a:ext>
            </a:extLst>
          </p:cNvPr>
          <p:cNvSpPr txBox="1">
            <a:spLocks/>
          </p:cNvSpPr>
          <p:nvPr/>
        </p:nvSpPr>
        <p:spPr>
          <a:xfrm>
            <a:off x="838200" y="173289"/>
            <a:ext cx="10515600" cy="700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0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프로젝트 선정 이유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E814A1E-4540-F7E9-FEBA-971B34E51570}"/>
              </a:ext>
            </a:extLst>
          </p:cNvPr>
          <p:cNvCxnSpPr/>
          <p:nvPr/>
        </p:nvCxnSpPr>
        <p:spPr>
          <a:xfrm>
            <a:off x="0" y="880533"/>
            <a:ext cx="12192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910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다이어그램 3">
            <a:extLst>
              <a:ext uri="{FF2B5EF4-FFF2-40B4-BE49-F238E27FC236}">
                <a16:creationId xmlns:a16="http://schemas.microsoft.com/office/drawing/2014/main" id="{6BDA4840-945C-C33D-11EE-72C68C0176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83424"/>
              </p:ext>
            </p:extLst>
          </p:nvPr>
        </p:nvGraphicFramePr>
        <p:xfrm>
          <a:off x="1187216" y="1768915"/>
          <a:ext cx="9817568" cy="34305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F4B403A-912D-204E-B610-5FF60E9D2E4B}"/>
              </a:ext>
            </a:extLst>
          </p:cNvPr>
          <p:cNvSpPr txBox="1"/>
          <p:nvPr/>
        </p:nvSpPr>
        <p:spPr>
          <a:xfrm>
            <a:off x="2415634" y="5713191"/>
            <a:ext cx="736073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&lt;</a:t>
            </a:r>
            <a:r>
              <a:rPr lang="ko-KR" altLang="en-US" sz="1600" dirty="0"/>
              <a:t>기존 프로젝트의 한계</a:t>
            </a:r>
            <a:r>
              <a:rPr lang="en-US" altLang="ko-KR" sz="1600" dirty="0"/>
              <a:t>&gt;</a:t>
            </a:r>
          </a:p>
          <a:p>
            <a:pPr algn="ctr"/>
            <a:r>
              <a:rPr lang="ko-KR" altLang="en-US" b="1" dirty="0"/>
              <a:t>기초적인 기능만 구현되어 있는 단계</a:t>
            </a:r>
            <a:endParaRPr lang="en-US" altLang="ko-KR" b="1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61DF730D-9E81-5BEE-5824-7B35393B2324}"/>
              </a:ext>
            </a:extLst>
          </p:cNvPr>
          <p:cNvSpPr txBox="1">
            <a:spLocks/>
          </p:cNvSpPr>
          <p:nvPr/>
        </p:nvSpPr>
        <p:spPr>
          <a:xfrm>
            <a:off x="838200" y="173289"/>
            <a:ext cx="10515600" cy="700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0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기존 프로젝트 분석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6C288316-2F72-495F-5478-4064DCA2ACB7}"/>
              </a:ext>
            </a:extLst>
          </p:cNvPr>
          <p:cNvCxnSpPr/>
          <p:nvPr/>
        </p:nvCxnSpPr>
        <p:spPr>
          <a:xfrm>
            <a:off x="0" y="880533"/>
            <a:ext cx="12192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0009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751305F-EAE2-4E65-10A1-B74A6E77CD36}"/>
              </a:ext>
            </a:extLst>
          </p:cNvPr>
          <p:cNvSpPr/>
          <p:nvPr/>
        </p:nvSpPr>
        <p:spPr>
          <a:xfrm>
            <a:off x="472967" y="1639610"/>
            <a:ext cx="5349765" cy="4773800"/>
          </a:xfrm>
          <a:prstGeom prst="rect">
            <a:avLst/>
          </a:prstGeom>
          <a:solidFill>
            <a:schemeClr val="tx2">
              <a:lumMod val="10000"/>
              <a:lumOff val="90000"/>
              <a:alpha val="7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algn="ctr">
              <a:spcBef>
                <a:spcPts val="1200"/>
              </a:spcBef>
              <a:spcAft>
                <a:spcPts val="0"/>
              </a:spcAft>
            </a:pPr>
            <a:r>
              <a:rPr lang="ko-KR" altLang="en-US" sz="24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oto Sans Symbols"/>
              </a:rPr>
              <a:t>프로젝트 단계</a:t>
            </a:r>
            <a:endParaRPr lang="en-US" altLang="ko-KR" sz="2400" b="1" dirty="0">
              <a:solidFill>
                <a:schemeClr val="tx1"/>
              </a:solidFill>
              <a:effectLst/>
              <a:latin typeface="나눔고딕" panose="020D0604000000000000" pitchFamily="50" charset="-127"/>
              <a:ea typeface="나눔고딕" panose="020D0604000000000000" pitchFamily="50" charset="-127"/>
              <a:cs typeface="Noto Sans Symbols"/>
            </a:endParaRPr>
          </a:p>
          <a:p>
            <a:pPr lvl="0">
              <a:spcBef>
                <a:spcPts val="1200"/>
              </a:spcBef>
              <a:spcAft>
                <a:spcPts val="0"/>
              </a:spcAft>
            </a:pPr>
            <a:endParaRPr lang="ko-KR" altLang="ko-KR" sz="1200" dirty="0">
              <a:solidFill>
                <a:schemeClr val="tx1"/>
              </a:solidFill>
              <a:effectLst/>
              <a:latin typeface="나눔고딕" panose="020D0604000000000000" pitchFamily="50" charset="-127"/>
              <a:ea typeface="나눔고딕" panose="020D0604000000000000" pitchFamily="50" charset="-127"/>
              <a:cs typeface="Noto Sans Symbols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ko-KR" sz="1200" dirty="0" err="1">
                <a:solidFill>
                  <a:schemeClr val="tx1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  <a:cs typeface="Arial Unicode MS"/>
              </a:rPr>
              <a:t>백엔드</a:t>
            </a:r>
            <a:r>
              <a:rPr lang="ko-KR" altLang="ko-KR" sz="1200" dirty="0">
                <a:solidFill>
                  <a:schemeClr val="tx1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  <a:cs typeface="Arial Unicode MS"/>
              </a:rPr>
              <a:t> 시스템에서 발생하는 에러/버그의 탐지 및 해결</a:t>
            </a:r>
            <a:endParaRPr lang="en-US" altLang="ko-KR" sz="1200" dirty="0">
              <a:solidFill>
                <a:schemeClr val="tx1"/>
              </a:solidFill>
              <a:effectLst/>
              <a:latin typeface="나눔고딕" panose="020D0604000000000000" pitchFamily="50" charset="-127"/>
              <a:ea typeface="나눔고딕" panose="020D0604000000000000" pitchFamily="50" charset="-127"/>
              <a:cs typeface="Arial Unicode MS"/>
            </a:endParaRPr>
          </a:p>
          <a:p>
            <a:pPr marL="285750" lvl="0" indent="-285750">
              <a:buFont typeface="Wingdings" panose="05000000000000000000" pitchFamily="2" charset="2"/>
              <a:buChar char="ü"/>
            </a:pPr>
            <a:endParaRPr lang="en-US" altLang="ko-KR" sz="1200" dirty="0">
              <a:solidFill>
                <a:schemeClr val="tx1"/>
              </a:solidFill>
              <a:effectLst/>
              <a:latin typeface="나눔고딕" panose="020D0604000000000000" pitchFamily="50" charset="-127"/>
              <a:ea typeface="나눔고딕" panose="020D0604000000000000" pitchFamily="50" charset="-127"/>
              <a:cs typeface="Arial Unicode MS"/>
            </a:endParaRP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ko-KR" altLang="ko-KR" sz="1200" dirty="0">
                <a:solidFill>
                  <a:schemeClr val="tx1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  <a:cs typeface="Arial Unicode MS"/>
              </a:rPr>
              <a:t>팀 협업을 통한 문제 해결 능력 강화</a:t>
            </a:r>
            <a:endParaRPr lang="en-US" altLang="ko-KR" sz="1200" dirty="0">
              <a:solidFill>
                <a:schemeClr val="tx1"/>
              </a:solidFill>
              <a:effectLst/>
              <a:latin typeface="나눔고딕" panose="020D0604000000000000" pitchFamily="50" charset="-127"/>
              <a:ea typeface="나눔고딕" panose="020D0604000000000000" pitchFamily="50" charset="-127"/>
              <a:cs typeface="Arial Unicode MS"/>
            </a:endParaRPr>
          </a:p>
          <a:p>
            <a:pPr marL="285750" lvl="0" indent="-285750">
              <a:buFont typeface="Wingdings" panose="05000000000000000000" pitchFamily="2" charset="2"/>
              <a:buChar char="ü"/>
            </a:pPr>
            <a:endParaRPr lang="ko-KR" altLang="ko-KR" sz="1200" dirty="0">
              <a:solidFill>
                <a:schemeClr val="tx1"/>
              </a:solidFill>
              <a:effectLst/>
              <a:latin typeface="나눔고딕" panose="020D0604000000000000" pitchFamily="50" charset="-127"/>
              <a:ea typeface="나눔고딕" panose="020D0604000000000000" pitchFamily="50" charset="-127"/>
              <a:cs typeface="Noto Sans Symbols"/>
            </a:endParaRP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ko-KR" altLang="ko-KR" sz="1200" dirty="0">
                <a:solidFill>
                  <a:schemeClr val="tx1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  <a:cs typeface="Arial Unicode MS"/>
              </a:rPr>
              <a:t>테스트 코드를 작성하여 구현과정에서 발생할 에러를 미리 탐지하고 해결</a:t>
            </a:r>
            <a:endParaRPr lang="en-US" altLang="ko-KR" sz="1200" dirty="0">
              <a:solidFill>
                <a:schemeClr val="tx1"/>
              </a:solidFill>
              <a:effectLst/>
              <a:latin typeface="나눔고딕" panose="020D0604000000000000" pitchFamily="50" charset="-127"/>
              <a:ea typeface="나눔고딕" panose="020D0604000000000000" pitchFamily="50" charset="-127"/>
              <a:cs typeface="Arial Unicode MS"/>
            </a:endParaRPr>
          </a:p>
          <a:p>
            <a:pPr marL="285750" lvl="0" indent="-285750">
              <a:buFont typeface="Wingdings" panose="05000000000000000000" pitchFamily="2" charset="2"/>
              <a:buChar char="ü"/>
            </a:pPr>
            <a:endParaRPr lang="ko-KR" altLang="ko-KR" sz="1200" dirty="0">
              <a:solidFill>
                <a:schemeClr val="tx1"/>
              </a:solidFill>
              <a:effectLst/>
              <a:latin typeface="나눔고딕" panose="020D0604000000000000" pitchFamily="50" charset="-127"/>
              <a:ea typeface="나눔고딕" panose="020D0604000000000000" pitchFamily="50" charset="-127"/>
              <a:cs typeface="Noto Sans Symbols"/>
            </a:endParaRP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ko-KR" altLang="ko-KR" sz="1200" dirty="0">
                <a:solidFill>
                  <a:schemeClr val="tx1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  <a:cs typeface="Arial Unicode MS"/>
              </a:rPr>
              <a:t>팀단위로 프로젝트를 진행하는 것으로 협업에서 필요한 능력들을 학습</a:t>
            </a:r>
            <a:endParaRPr lang="en-US" altLang="ko-KR" sz="1200" dirty="0">
              <a:solidFill>
                <a:schemeClr val="tx1"/>
              </a:solidFill>
              <a:effectLst/>
              <a:latin typeface="나눔고딕" panose="020D0604000000000000" pitchFamily="50" charset="-127"/>
              <a:ea typeface="나눔고딕" panose="020D0604000000000000" pitchFamily="50" charset="-127"/>
              <a:cs typeface="Arial Unicode MS"/>
            </a:endParaRPr>
          </a:p>
          <a:p>
            <a:pPr marL="285750" lvl="0" indent="-285750">
              <a:buFont typeface="Wingdings" panose="05000000000000000000" pitchFamily="2" charset="2"/>
              <a:buChar char="ü"/>
            </a:pPr>
            <a:endParaRPr lang="ko-KR" altLang="ko-KR" sz="1200" dirty="0">
              <a:solidFill>
                <a:schemeClr val="tx1"/>
              </a:solidFill>
              <a:effectLst/>
              <a:latin typeface="나눔고딕" panose="020D0604000000000000" pitchFamily="50" charset="-127"/>
              <a:ea typeface="나눔고딕" panose="020D0604000000000000" pitchFamily="50" charset="-127"/>
              <a:cs typeface="Noto Sans Symbols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ko-KR" sz="1200" dirty="0">
                <a:solidFill>
                  <a:schemeClr val="tx1"/>
                </a:solidFill>
                <a:effectLst/>
                <a:latin typeface="나눔고딕" panose="020D0604000000000000" pitchFamily="50" charset="-127"/>
                <a:ea typeface="나눔고딕" panose="020D0604000000000000" pitchFamily="50" charset="-127"/>
                <a:cs typeface="Arial Unicode MS"/>
              </a:rPr>
              <a:t>API 문서화 관리</a:t>
            </a:r>
            <a:endParaRPr lang="ko-KR" altLang="en-US" sz="20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637E101-C945-FC22-30B3-0BB7D6A61F9E}"/>
              </a:ext>
            </a:extLst>
          </p:cNvPr>
          <p:cNvSpPr/>
          <p:nvPr/>
        </p:nvSpPr>
        <p:spPr>
          <a:xfrm>
            <a:off x="6369270" y="1639610"/>
            <a:ext cx="5349763" cy="4773799"/>
          </a:xfrm>
          <a:prstGeom prst="rect">
            <a:avLst/>
          </a:prstGeom>
          <a:solidFill>
            <a:schemeClr val="accent6">
              <a:lumMod val="20000"/>
              <a:lumOff val="80000"/>
              <a:alpha val="7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24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추가 기능 구현 단계</a:t>
            </a:r>
            <a:endParaRPr lang="en-US" altLang="ko-KR" sz="24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endParaRPr lang="en-US" altLang="ko-KR" sz="24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sz="105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 Unicode MS"/>
              </a:rPr>
              <a:t>인증 </a:t>
            </a:r>
            <a:r>
              <a:rPr lang="en-US" altLang="ko-KR" sz="105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 Unicode MS"/>
              </a:rPr>
              <a:t>(Authentication)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Arial Unicode MS"/>
            </a:endParaRPr>
          </a:p>
          <a:p>
            <a:pPr lvl="1"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Arial Unicode MS"/>
              </a:rPr>
              <a:t>- </a:t>
            </a:r>
            <a:r>
              <a:rPr kumimoji="0" lang="ko-KR" alt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Arial Unicode MS"/>
              </a:rPr>
              <a:t>리프레시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Arial Unicode MS"/>
              </a:rPr>
              <a:t> 토큰 로테이션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Arial Unicode MS"/>
              </a:rPr>
              <a:t>(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Arial Unicode MS"/>
              </a:rPr>
              <a:t>액세스 토큰 재발급시 </a:t>
            </a:r>
            <a:r>
              <a:rPr kumimoji="0" lang="ko-KR" alt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Arial Unicode MS"/>
              </a:rPr>
              <a:t>리프레시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Arial Unicode MS"/>
              </a:rPr>
              <a:t> 토큰 재발급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Arial Unicode MS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Arial Unicode MS"/>
            </a:endParaRPr>
          </a:p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sz="105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oto Sans Symbols"/>
              </a:rPr>
              <a:t>도서 </a:t>
            </a:r>
            <a:r>
              <a:rPr lang="en-US" altLang="ko-KR" sz="105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oto Sans Symbols"/>
              </a:rPr>
              <a:t>(Book)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Noto Sans Symbols"/>
            </a:endParaRPr>
          </a:p>
          <a:p>
            <a:pPr lvl="1"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Noto Sans Symbols"/>
              </a:rPr>
              <a:t>-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Noto Sans Symbols"/>
              </a:rPr>
              <a:t>도서 검색 기능 추가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Noto Sans Symbols"/>
            </a:endParaRPr>
          </a:p>
          <a:p>
            <a:pPr lvl="2">
              <a:defRPr/>
            </a:pPr>
            <a:r>
              <a:rPr lang="en-US" altLang="ko-KR" sz="105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oto Sans Symbols"/>
              </a:rPr>
              <a:t>- </a:t>
            </a:r>
            <a:r>
              <a:rPr lang="ko-KR" altLang="en-US" sz="105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oto Sans Symbols"/>
              </a:rPr>
              <a:t>제목</a:t>
            </a:r>
            <a:r>
              <a:rPr lang="en-US" altLang="ko-KR" sz="105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oto Sans Symbols"/>
              </a:rPr>
              <a:t>, </a:t>
            </a:r>
            <a:r>
              <a:rPr lang="ko-KR" altLang="en-US" sz="105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oto Sans Symbols"/>
              </a:rPr>
              <a:t>작가</a:t>
            </a:r>
            <a:r>
              <a:rPr lang="en-US" altLang="ko-KR" sz="105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oto Sans Symbols"/>
              </a:rPr>
              <a:t>, </a:t>
            </a:r>
            <a:r>
              <a:rPr lang="ko-KR" altLang="en-US" sz="105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oto Sans Symbols"/>
              </a:rPr>
              <a:t>출판사별 검색 기능</a:t>
            </a:r>
            <a:endParaRPr lang="en-US" altLang="ko-KR" sz="105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oto Sans Symbols"/>
            </a:endParaRPr>
          </a:p>
          <a:p>
            <a:pPr lvl="2">
              <a:defRPr/>
            </a:pPr>
            <a:r>
              <a:rPr lang="en-US" altLang="ko-KR" sz="105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oto Sans Symbols"/>
              </a:rPr>
              <a:t>- </a:t>
            </a:r>
            <a:r>
              <a:rPr lang="ko-KR" altLang="en-US" sz="105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oto Sans Symbols"/>
              </a:rPr>
              <a:t>해당 도서에 대한 리뷰 목록 출력</a:t>
            </a:r>
            <a:endParaRPr lang="en-US" altLang="ko-KR" sz="105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oto Sans Symbols"/>
            </a:endParaRPr>
          </a:p>
          <a:p>
            <a:pPr lvl="1">
              <a:defRPr/>
            </a:pPr>
            <a:r>
              <a:rPr lang="en-US" altLang="ko-KR" sz="105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oto Sans Symbols"/>
              </a:rPr>
              <a:t>- </a:t>
            </a:r>
            <a:r>
              <a:rPr lang="ko-KR" altLang="en-US" sz="105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oto Sans Symbols"/>
              </a:rPr>
              <a:t>내 도서 목록</a:t>
            </a:r>
            <a:r>
              <a:rPr lang="en-US" altLang="ko-KR" sz="105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oto Sans Symbols"/>
              </a:rPr>
              <a:t>(</a:t>
            </a:r>
            <a:r>
              <a:rPr lang="ko-KR" altLang="en-US" sz="105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oto Sans Symbols"/>
              </a:rPr>
              <a:t>즐겨찾기</a:t>
            </a:r>
            <a:r>
              <a:rPr lang="en-US" altLang="ko-KR" sz="105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oto Sans Symbols"/>
              </a:rPr>
              <a:t>)</a:t>
            </a:r>
            <a:r>
              <a:rPr lang="ko-KR" altLang="en-US" sz="105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oto Sans Symbols"/>
              </a:rPr>
              <a:t> 기능 추가</a:t>
            </a:r>
            <a:endParaRPr lang="en-US" altLang="ko-KR" sz="105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oto Sans Symbols"/>
            </a:endParaRPr>
          </a:p>
          <a:p>
            <a:pPr marL="1200150" lvl="2" indent="-285750">
              <a:buFont typeface="Arial" panose="020B0604020202020204" pitchFamily="34" charset="0"/>
              <a:buChar char="•"/>
              <a:defRPr/>
            </a:pPr>
            <a:endParaRPr kumimoji="0" lang="ko-KR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Noto Sans Symbols"/>
            </a:endParaRPr>
          </a:p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sz="1050" dirty="0" err="1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oto Sans Symbols"/>
              </a:rPr>
              <a:t>팔로우</a:t>
            </a:r>
            <a:r>
              <a:rPr lang="ko-KR" altLang="en-US" sz="105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oto Sans Symbols"/>
              </a:rPr>
              <a:t> </a:t>
            </a:r>
            <a:r>
              <a:rPr lang="en-US" altLang="ko-KR" sz="105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oto Sans Symbols"/>
              </a:rPr>
              <a:t>(Follow)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Noto Sans Symbols"/>
            </a:endParaRPr>
          </a:p>
          <a:p>
            <a:pPr lvl="1"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Noto Sans Symbols"/>
              </a:rPr>
              <a:t>- </a:t>
            </a:r>
            <a:r>
              <a:rPr kumimoji="0" lang="ko-KR" alt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Noto Sans Symbols"/>
              </a:rPr>
              <a:t>팔로워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Noto Sans Symbols"/>
              </a:rPr>
              <a:t>, </a:t>
            </a:r>
            <a:r>
              <a:rPr kumimoji="0" lang="ko-KR" alt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Noto Sans Symbols"/>
              </a:rPr>
              <a:t>팔로잉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Noto Sans Symbols"/>
              </a:rPr>
              <a:t> 목록 조회 기능 추가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Noto Sans Symbols"/>
            </a:endParaRPr>
          </a:p>
          <a:p>
            <a:pPr lvl="1">
              <a:defRPr/>
            </a:pP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Noto Sans Symbols"/>
            </a:endParaRPr>
          </a:p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sz="1050" dirty="0" err="1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oto Sans Symbols"/>
              </a:rPr>
              <a:t>피드</a:t>
            </a:r>
            <a:r>
              <a:rPr lang="ko-KR" altLang="en-US" sz="105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oto Sans Symbols"/>
              </a:rPr>
              <a:t> </a:t>
            </a:r>
            <a:r>
              <a:rPr lang="en-US" altLang="ko-KR" sz="105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oto Sans Symbols"/>
              </a:rPr>
              <a:t>(Feed)</a:t>
            </a:r>
          </a:p>
          <a:p>
            <a:pPr lvl="1">
              <a:defRPr/>
            </a:pPr>
            <a:r>
              <a:rPr lang="en-US" altLang="ko-KR" sz="105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oto Sans Symbols"/>
              </a:rPr>
              <a:t>- </a:t>
            </a:r>
            <a:r>
              <a:rPr lang="ko-KR" altLang="en-US" sz="105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oto Sans Symbols"/>
              </a:rPr>
              <a:t>리뷰 수정</a:t>
            </a:r>
            <a:r>
              <a:rPr lang="en-US" altLang="ko-KR" sz="105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oto Sans Symbols"/>
              </a:rPr>
              <a:t>/</a:t>
            </a:r>
            <a:r>
              <a:rPr lang="ko-KR" altLang="en-US" sz="105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oto Sans Symbols"/>
              </a:rPr>
              <a:t>삭제 시 </a:t>
            </a:r>
            <a:r>
              <a:rPr lang="ko-KR" altLang="en-US" sz="1050" dirty="0" err="1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oto Sans Symbols"/>
              </a:rPr>
              <a:t>피드에도</a:t>
            </a:r>
            <a:r>
              <a:rPr lang="ko-KR" altLang="en-US" sz="105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oto Sans Symbols"/>
              </a:rPr>
              <a:t> 업데이트 반영</a:t>
            </a:r>
            <a:endParaRPr lang="en-US" altLang="ko-KR" sz="105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oto Sans Symbols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ko-KR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Noto Sans Symbols"/>
            </a:endParaRPr>
          </a:p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Noto Sans Symbols"/>
              </a:rPr>
              <a:t>회원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Noto Sans Symbols"/>
              </a:rPr>
              <a:t>(Member)</a:t>
            </a:r>
          </a:p>
          <a:p>
            <a:pPr lvl="1"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Noto Sans Symbols"/>
              </a:rPr>
              <a:t>-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Noto Sans Symbols"/>
              </a:rPr>
              <a:t>회원 정보 수정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Noto Sans Symbols"/>
              </a:rPr>
              <a:t>/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Noto Sans Symbols"/>
              </a:rPr>
              <a:t>탈퇴 기능 추가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Noto Sans Symbols"/>
            </a:endParaRPr>
          </a:p>
          <a:p>
            <a:pPr lvl="1">
              <a:defRPr/>
            </a:pPr>
            <a:r>
              <a:rPr lang="en-US" altLang="ko-KR" sz="105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oto Sans Symbols"/>
              </a:rPr>
              <a:t>- </a:t>
            </a:r>
            <a:r>
              <a:rPr lang="ko-KR" altLang="en-US" sz="105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oto Sans Symbols"/>
              </a:rPr>
              <a:t>이메일 인증 기능 추가</a:t>
            </a:r>
            <a:endParaRPr lang="en-US" altLang="ko-KR" sz="1050" dirty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Noto Sans Symbols"/>
            </a:endParaRPr>
          </a:p>
          <a:p>
            <a:pPr lvl="1">
              <a:defRPr/>
            </a:pPr>
            <a:r>
              <a:rPr lang="en-US" altLang="ko-KR" sz="105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oto Sans Symbols"/>
              </a:rPr>
              <a:t>-</a:t>
            </a:r>
            <a:r>
              <a:rPr lang="ko-KR" altLang="en-US" sz="105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Noto Sans Symbols"/>
              </a:rPr>
              <a:t>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Noto Sans Symbols"/>
              </a:rPr>
              <a:t>사용자 검색 및 조회 기능 추가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Noto Sans Symbols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ko-KR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Noto Sans Symbols"/>
            </a:endParaRPr>
          </a:p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Arial Unicode MS"/>
              </a:rPr>
              <a:t>리뷰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Arial Unicode MS"/>
              </a:rPr>
              <a:t>(Review)</a:t>
            </a:r>
          </a:p>
          <a:p>
            <a:pPr lvl="1"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Arial Unicode MS"/>
              </a:rPr>
              <a:t>-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Arial Unicode MS"/>
              </a:rPr>
              <a:t>리뷰 검색 기능 추가 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Arial Unicode MS"/>
              </a:rPr>
              <a:t>(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Arial Unicode MS"/>
              </a:rPr>
              <a:t>리뷰한 책의 정보</a:t>
            </a:r>
            <a:r>
              <a:rPr lang="en-US" altLang="ko-KR" sz="105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 Unicode MS"/>
              </a:rPr>
              <a:t> </a:t>
            </a:r>
            <a:r>
              <a:rPr lang="ko-KR" altLang="en-US" sz="105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 Unicode MS"/>
              </a:rPr>
              <a:t>또는 작성자로 검색</a:t>
            </a:r>
            <a:r>
              <a:rPr lang="en-US" altLang="ko-KR" sz="105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 Unicode MS"/>
              </a:rPr>
              <a:t> </a:t>
            </a:r>
            <a:r>
              <a:rPr lang="ko-KR" altLang="en-US" sz="105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 Unicode MS"/>
              </a:rPr>
              <a:t>가능</a:t>
            </a:r>
            <a:r>
              <a:rPr lang="en-US" altLang="ko-KR" sz="105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 Unicode MS"/>
              </a:rPr>
              <a:t>)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Arial Unicode MS"/>
            </a:endParaRPr>
          </a:p>
          <a:p>
            <a:pPr lvl="1"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Arial Unicode MS"/>
              </a:rPr>
              <a:t>-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Arial Unicode MS"/>
              </a:rPr>
              <a:t>책에 대한 평점 기능 추가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Arial Unicode MS"/>
            </a:endParaRPr>
          </a:p>
          <a:p>
            <a:pPr lvl="1">
              <a:defRPr/>
            </a:pPr>
            <a:r>
              <a:rPr lang="en-US" altLang="ko-KR" sz="105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 Unicode MS"/>
              </a:rPr>
              <a:t>- </a:t>
            </a:r>
            <a:r>
              <a:rPr lang="ko-KR" altLang="en-US" sz="105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 Unicode MS"/>
              </a:rPr>
              <a:t>리뷰에 대한 좋아요 기능 추가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Arial Unicode MS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endParaRPr lang="en-US" altLang="ko-KR" sz="24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32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ko-KR" altLang="en-US" sz="32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663E434A-1BE6-247B-DAA7-E81DCDEB7387}"/>
              </a:ext>
            </a:extLst>
          </p:cNvPr>
          <p:cNvSpPr txBox="1">
            <a:spLocks/>
          </p:cNvSpPr>
          <p:nvPr/>
        </p:nvSpPr>
        <p:spPr>
          <a:xfrm>
            <a:off x="838200" y="173289"/>
            <a:ext cx="10515600" cy="700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0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프로젝트 목표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78AFD45D-E801-8D25-DBEA-0AB66D95D61A}"/>
              </a:ext>
            </a:extLst>
          </p:cNvPr>
          <p:cNvCxnSpPr/>
          <p:nvPr/>
        </p:nvCxnSpPr>
        <p:spPr>
          <a:xfrm>
            <a:off x="0" y="880533"/>
            <a:ext cx="12192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6000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DF4DE2-9E56-EDB2-9119-3C5F8B6AE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3289"/>
            <a:ext cx="10515600" cy="700599"/>
          </a:xfrm>
        </p:spPr>
        <p:txBody>
          <a:bodyPr>
            <a:normAutofit/>
          </a:bodyPr>
          <a:lstStyle/>
          <a:p>
            <a:r>
              <a:rPr lang="ko-KR" altLang="en-US" sz="3000" dirty="0">
                <a:latin typeface="마루 부리 굵은" panose="020B0600000101010101" pitchFamily="50" charset="-127"/>
                <a:ea typeface="마루 부리 굵은" panose="020B0600000101010101" pitchFamily="50" charset="-127"/>
              </a:rPr>
              <a:t>예상 일정</a:t>
            </a:r>
          </a:p>
        </p:txBody>
      </p:sp>
      <p:graphicFrame>
        <p:nvGraphicFramePr>
          <p:cNvPr id="6" name="다이어그램 5">
            <a:extLst>
              <a:ext uri="{FF2B5EF4-FFF2-40B4-BE49-F238E27FC236}">
                <a16:creationId xmlns:a16="http://schemas.microsoft.com/office/drawing/2014/main" id="{A9EA448B-DDF8-DB88-D814-2FCBBB4AA0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21618139"/>
              </p:ext>
            </p:extLst>
          </p:nvPr>
        </p:nvGraphicFramePr>
        <p:xfrm>
          <a:off x="1489374" y="1507183"/>
          <a:ext cx="2832013" cy="51230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B8A0685-541C-F67D-38BB-42AB26F5443D}"/>
              </a:ext>
            </a:extLst>
          </p:cNvPr>
          <p:cNvSpPr/>
          <p:nvPr/>
        </p:nvSpPr>
        <p:spPr>
          <a:xfrm>
            <a:off x="3538015" y="1961230"/>
            <a:ext cx="5902610" cy="700599"/>
          </a:xfrm>
          <a:prstGeom prst="roundRect">
            <a:avLst/>
          </a:prstGeom>
          <a:solidFill>
            <a:schemeClr val="bg1">
              <a:alpha val="7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R="0" lvl="1" algn="l" defTabSz="914400" rtl="0" eaLnBrk="1" fontAlgn="auto" latin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3/13(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목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) :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프로젝트 주제 선정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브레인스토밍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~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 기획안 작성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  <a:p>
            <a:pPr marR="0" lvl="1" algn="l" defTabSz="914400" rtl="0" eaLnBrk="1" fontAlgn="auto" latin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3/14(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금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) :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기존 코드 분석 및 기능 개선 정의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역할 분담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프로젝트 기획안 마무리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0158A9A-D784-B383-1645-DC6F8B6FFB8F}"/>
              </a:ext>
            </a:extLst>
          </p:cNvPr>
          <p:cNvSpPr/>
          <p:nvPr/>
        </p:nvSpPr>
        <p:spPr>
          <a:xfrm>
            <a:off x="3690415" y="2932372"/>
            <a:ext cx="5902610" cy="1092810"/>
          </a:xfrm>
          <a:prstGeom prst="roundRect">
            <a:avLst/>
          </a:prstGeom>
          <a:solidFill>
            <a:schemeClr val="bg1">
              <a:alpha val="7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R="0" lvl="1" algn="l" defTabSz="914400" rtl="0" eaLnBrk="1" fontAlgn="auto" latin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3/17 ~ 3/21: </a:t>
            </a:r>
          </a:p>
          <a:p>
            <a:pPr marR="0" lvl="1" algn="l" defTabSz="914400" rtl="0" eaLnBrk="1" fontAlgn="auto" latin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 -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개발 진행</a:t>
            </a:r>
          </a:p>
          <a:p>
            <a:pPr marR="0" lvl="1" algn="l" defTabSz="914400" rtl="0" eaLnBrk="1" fontAlgn="auto" latin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 -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테스트 코드 작성</a:t>
            </a:r>
          </a:p>
          <a:p>
            <a:pPr marR="0" lvl="1" algn="l" defTabSz="914400" rtl="0" eaLnBrk="1" fontAlgn="auto" latin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 -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초기 버그 탐지 및 기능 개선 정의</a:t>
            </a:r>
          </a:p>
          <a:p>
            <a:pPr marR="0" lvl="1" algn="l" defTabSz="914400" rtl="0" eaLnBrk="1" fontAlgn="auto" latin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 -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협업하여 기존 문제 디버깅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56C7156-32D2-8D9B-3A97-C143F725F8F0}"/>
              </a:ext>
            </a:extLst>
          </p:cNvPr>
          <p:cNvSpPr/>
          <p:nvPr/>
        </p:nvSpPr>
        <p:spPr>
          <a:xfrm>
            <a:off x="3842815" y="4258007"/>
            <a:ext cx="5902610" cy="1092810"/>
          </a:xfrm>
          <a:prstGeom prst="roundRect">
            <a:avLst/>
          </a:prstGeom>
          <a:solidFill>
            <a:schemeClr val="bg1">
              <a:alpha val="7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R="0" lvl="1" algn="l" defTabSz="914400" rtl="0" eaLnBrk="1" fontAlgn="auto" latin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3/22 ~ 3/24: </a:t>
            </a:r>
          </a:p>
          <a:p>
            <a:pPr marR="0" lvl="1" algn="l" defTabSz="914400" rtl="0" eaLnBrk="1" fontAlgn="auto" latin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 -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성능개선 및 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리팩토링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  <a:p>
            <a:pPr marR="0" lvl="1" algn="l" defTabSz="914400" rtl="0" eaLnBrk="1" fontAlgn="auto" latin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3/25(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화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):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멘토링 중간 피드백</a:t>
            </a:r>
          </a:p>
          <a:p>
            <a:pPr marR="0" lvl="1" algn="l" defTabSz="914400" rtl="0" eaLnBrk="1" fontAlgn="auto" latin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3/26(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수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):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피드백 반영</a:t>
            </a:r>
          </a:p>
          <a:p>
            <a:pPr marR="0" lvl="1" algn="l" defTabSz="914400" rtl="0" eaLnBrk="1" fontAlgn="auto" latin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3/27 ~ 3/28: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발표자료 마무리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산출물 제출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프로젝트 배포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68EB392-3B18-969C-5BB5-4731F0E8E48D}"/>
              </a:ext>
            </a:extLst>
          </p:cNvPr>
          <p:cNvSpPr/>
          <p:nvPr/>
        </p:nvSpPr>
        <p:spPr>
          <a:xfrm>
            <a:off x="4005901" y="5978407"/>
            <a:ext cx="5902610" cy="434540"/>
          </a:xfrm>
          <a:prstGeom prst="roundRect">
            <a:avLst/>
          </a:prstGeom>
          <a:solidFill>
            <a:schemeClr val="bg1">
              <a:alpha val="7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marR="0" lvl="1" algn="l" defTabSz="914400" rtl="0" eaLnBrk="1" fontAlgn="auto" latinLnBrk="1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3/31(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월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):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최종 발표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17835984-3356-C7F7-81AD-43EA7295CEA7}"/>
              </a:ext>
            </a:extLst>
          </p:cNvPr>
          <p:cNvCxnSpPr/>
          <p:nvPr/>
        </p:nvCxnSpPr>
        <p:spPr>
          <a:xfrm>
            <a:off x="0" y="880533"/>
            <a:ext cx="1219200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4413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70000"/>
          </a:schemeClr>
        </a:solidFill>
        <a:ln>
          <a:solidFill>
            <a:schemeClr val="tx1"/>
          </a:solidFill>
        </a:ln>
      </a:spPr>
      <a:bodyPr rtlCol="0" anchor="t"/>
      <a:lstStyle>
        <a:defPPr algn="ctr">
          <a:defRPr sz="3200" dirty="0" smtClean="0">
            <a:solidFill>
              <a:schemeClr val="tx1"/>
            </a:solidFill>
            <a:latin typeface="휴먼매직체" panose="02030504000101010101" pitchFamily="18" charset="-127"/>
            <a:ea typeface="휴먼매직체" panose="02030504000101010101" pitchFamily="18" charset="-127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576</Words>
  <Application>Microsoft Office PowerPoint</Application>
  <PresentationFormat>와이드스크린</PresentationFormat>
  <Paragraphs>93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6" baseType="lpstr">
      <vt:lpstr>나눔고딕</vt:lpstr>
      <vt:lpstr>마루 부리 가는</vt:lpstr>
      <vt:lpstr>마루 부리 굵은</vt:lpstr>
      <vt:lpstr>맑은 고딕</vt:lpstr>
      <vt:lpstr>Arial</vt:lpstr>
      <vt:lpstr>Arial Black</vt:lpstr>
      <vt:lpstr>Elephant</vt:lpstr>
      <vt:lpstr>Times New Roman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예상 일정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두희 김</dc:creator>
  <cp:lastModifiedBy>두희 김</cp:lastModifiedBy>
  <cp:revision>12</cp:revision>
  <dcterms:created xsi:type="dcterms:W3CDTF">2025-03-17T00:05:18Z</dcterms:created>
  <dcterms:modified xsi:type="dcterms:W3CDTF">2025-03-17T03:54:15Z</dcterms:modified>
</cp:coreProperties>
</file>